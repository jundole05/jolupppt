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retendard" panose="02000503000000020004" pitchFamily="2" charset="-127"/>
      <p:regular r:id="rId15"/>
      <p:bold r:id="rId16"/>
    </p:embeddedFont>
    <p:embeddedFont>
      <p:font typeface="Pretendard ExtraBold" panose="02000903000000020004" pitchFamily="2" charset="-127"/>
      <p:bold r:id="rId17"/>
    </p:embeddedFont>
    <p:embeddedFont>
      <p:font typeface="Pretendard SemiBold" panose="02000703000000020004" pitchFamily="2" charset="-12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5926" autoAdjust="0"/>
  </p:normalViewPr>
  <p:slideViewPr>
    <p:cSldViewPr snapToGrid="0">
      <p:cViewPr varScale="1">
        <p:scale>
          <a:sx n="73" d="100"/>
          <a:sy n="73" d="100"/>
        </p:scale>
        <p:origin x="19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권장</a:t>
            </a:r>
            <a:r>
              <a:rPr dirty="0"/>
              <a:t> 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40</a:t>
            </a:r>
            <a:r>
              <a:rPr lang="ko-KR" altLang="en-US" dirty="0"/>
              <a:t>초</a:t>
            </a:r>
            <a:endParaRPr dirty="0"/>
          </a:p>
          <a:p>
            <a:endParaRPr dirty="0"/>
          </a:p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멘트</a:t>
            </a:r>
            <a:endParaRPr dirty="0"/>
          </a:p>
          <a:p>
            <a:r>
              <a:rPr dirty="0" err="1"/>
              <a:t>안녕하세요</a:t>
            </a:r>
            <a:r>
              <a:rPr lang="en-US" dirty="0"/>
              <a:t> </a:t>
            </a:r>
            <a:r>
              <a:rPr lang="ko-KR" altLang="en-US" dirty="0"/>
              <a:t>여러분</a:t>
            </a:r>
            <a:r>
              <a:rPr dirty="0"/>
              <a:t>, </a:t>
            </a:r>
            <a:r>
              <a:rPr dirty="0" err="1"/>
              <a:t>오늘부터</a:t>
            </a:r>
            <a:r>
              <a:rPr dirty="0"/>
              <a:t> 이 </a:t>
            </a:r>
            <a:r>
              <a:rPr dirty="0" err="1"/>
              <a:t>말은</a:t>
            </a:r>
            <a:r>
              <a:rPr dirty="0"/>
              <a:t> </a:t>
            </a:r>
            <a:r>
              <a:rPr lang="ko-KR" altLang="en-US" dirty="0"/>
              <a:t>여러분의</a:t>
            </a:r>
            <a:r>
              <a:rPr dirty="0"/>
              <a:t> </a:t>
            </a:r>
            <a:r>
              <a:rPr dirty="0" err="1"/>
              <a:t>말입니다</a:t>
            </a:r>
            <a:r>
              <a:rPr dirty="0"/>
              <a:t>. </a:t>
            </a:r>
            <a:r>
              <a:rPr lang="ko-KR" altLang="en-US" dirty="0" err="1"/>
              <a:t>유기할수는</a:t>
            </a:r>
            <a:r>
              <a:rPr lang="ko-KR" altLang="en-US" dirty="0"/>
              <a:t> 없습니다</a:t>
            </a:r>
            <a:r>
              <a:rPr dirty="0"/>
              <a:t>. </a:t>
            </a:r>
            <a:r>
              <a:rPr dirty="0" err="1"/>
              <a:t>이름</a:t>
            </a:r>
            <a:r>
              <a:rPr lang="ko-KR" altLang="en-US" dirty="0"/>
              <a:t>은</a:t>
            </a:r>
            <a:r>
              <a:rPr dirty="0"/>
              <a:t> </a:t>
            </a:r>
            <a:r>
              <a:rPr dirty="0" err="1"/>
              <a:t>말순이</a:t>
            </a:r>
            <a:r>
              <a:rPr lang="ko-KR" altLang="en-US" dirty="0" err="1"/>
              <a:t>라하죠</a:t>
            </a:r>
            <a:r>
              <a:rPr dirty="0"/>
              <a:t>. </a:t>
            </a:r>
            <a:r>
              <a:rPr dirty="0" err="1"/>
              <a:t>저희가</a:t>
            </a:r>
            <a:r>
              <a:rPr dirty="0"/>
              <a:t> </a:t>
            </a:r>
            <a:r>
              <a:rPr lang="ko-KR" altLang="en-US" dirty="0"/>
              <a:t>만들 </a:t>
            </a:r>
            <a:r>
              <a:rPr dirty="0" err="1"/>
              <a:t>게임은</a:t>
            </a:r>
            <a:r>
              <a:rPr dirty="0"/>
              <a:t> </a:t>
            </a:r>
            <a:r>
              <a:rPr lang="ko-KR" altLang="en-US" dirty="0"/>
              <a:t>나만의 말을 육성하고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타</a:t>
            </a:r>
            <a:r>
              <a:rPr lang="ko-KR" altLang="en-US" dirty="0"/>
              <a:t>고 달리는</a:t>
            </a:r>
            <a:r>
              <a:rPr dirty="0"/>
              <a:t> </a:t>
            </a:r>
            <a:r>
              <a:rPr dirty="0" err="1"/>
              <a:t>승마</a:t>
            </a:r>
            <a:r>
              <a:rPr lang="en-US" dirty="0"/>
              <a:t> </a:t>
            </a:r>
            <a:r>
              <a:rPr lang="ko-KR" altLang="en-US" dirty="0"/>
              <a:t>레이싱</a:t>
            </a:r>
            <a:r>
              <a:rPr dirty="0"/>
              <a:t> </a:t>
            </a:r>
            <a:r>
              <a:rPr dirty="0" err="1"/>
              <a:t>게임입니다</a:t>
            </a:r>
            <a:r>
              <a:rPr dirty="0"/>
              <a:t>. </a:t>
            </a:r>
            <a:r>
              <a:rPr lang="ko-KR" altLang="en-US" dirty="0"/>
              <a:t>말순이를 처음 만난 여러분이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속에서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하루를</a:t>
            </a:r>
            <a:r>
              <a:rPr dirty="0"/>
              <a:t> 보</a:t>
            </a:r>
            <a:r>
              <a:rPr lang="ko-KR" altLang="en-US" dirty="0"/>
              <a:t>내게 될</a:t>
            </a:r>
            <a:r>
              <a:rPr dirty="0"/>
              <a:t>지 </a:t>
            </a:r>
            <a:r>
              <a:rPr dirty="0" err="1"/>
              <a:t>같이</a:t>
            </a:r>
            <a:r>
              <a:rPr dirty="0"/>
              <a:t> </a:t>
            </a:r>
            <a:r>
              <a:rPr dirty="0" err="1"/>
              <a:t>따라가</a:t>
            </a:r>
            <a:r>
              <a:rPr dirty="0"/>
              <a:t> </a:t>
            </a:r>
            <a:r>
              <a:rPr dirty="0" err="1"/>
              <a:t>보겠습니다</a:t>
            </a:r>
            <a:r>
              <a:rPr dirty="0"/>
              <a:t>. </a:t>
            </a:r>
            <a:r>
              <a:rPr dirty="0" err="1"/>
              <a:t>그럼</a:t>
            </a:r>
            <a:r>
              <a:rPr dirty="0"/>
              <a:t>, </a:t>
            </a:r>
            <a:r>
              <a:rPr dirty="0" err="1"/>
              <a:t>말도</a:t>
            </a:r>
            <a:r>
              <a:rPr dirty="0"/>
              <a:t> </a:t>
            </a:r>
            <a:r>
              <a:rPr dirty="0" err="1"/>
              <a:t>받았으니</a:t>
            </a:r>
            <a:r>
              <a:rPr dirty="0"/>
              <a:t> </a:t>
            </a:r>
            <a:r>
              <a:rPr dirty="0" err="1"/>
              <a:t>일단</a:t>
            </a:r>
            <a:r>
              <a:rPr dirty="0"/>
              <a:t> 타</a:t>
            </a:r>
            <a:r>
              <a:rPr lang="ko-KR" altLang="en-US" dirty="0"/>
              <a:t>러 가볼까요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진행</a:t>
            </a:r>
            <a:endParaRPr dirty="0"/>
          </a:p>
          <a:p>
            <a:r>
              <a:rPr dirty="0" err="1"/>
              <a:t>사진을</a:t>
            </a:r>
            <a:r>
              <a:rPr dirty="0"/>
              <a:t> </a:t>
            </a:r>
            <a:r>
              <a:rPr dirty="0" err="1"/>
              <a:t>가리키고</a:t>
            </a:r>
            <a:r>
              <a:rPr dirty="0"/>
              <a:t> </a:t>
            </a:r>
            <a:r>
              <a:rPr dirty="0" err="1"/>
              <a:t>반품</a:t>
            </a:r>
            <a:r>
              <a:rPr dirty="0"/>
              <a:t> </a:t>
            </a:r>
            <a:r>
              <a:rPr dirty="0" err="1"/>
              <a:t>멘트</a:t>
            </a:r>
            <a:r>
              <a:rPr dirty="0"/>
              <a:t> 뒤 </a:t>
            </a:r>
            <a:r>
              <a:rPr dirty="0" err="1"/>
              <a:t>잠깐</a:t>
            </a:r>
            <a:r>
              <a:rPr dirty="0"/>
              <a:t> </a:t>
            </a:r>
            <a:r>
              <a:rPr dirty="0" err="1"/>
              <a:t>기다립니다</a:t>
            </a:r>
            <a:r>
              <a:rPr dirty="0"/>
              <a:t>. </a:t>
            </a:r>
            <a:r>
              <a:rPr dirty="0" err="1"/>
              <a:t>말순이는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이름입니다</a:t>
            </a:r>
            <a:r>
              <a:rPr dirty="0"/>
              <a:t>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게임명은</a:t>
            </a:r>
            <a:r>
              <a:rPr dirty="0"/>
              <a:t> </a:t>
            </a:r>
            <a:r>
              <a:rPr dirty="0" err="1"/>
              <a:t>추가하지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넣을</a:t>
            </a:r>
            <a:r>
              <a:rPr dirty="0"/>
              <a:t> </a:t>
            </a:r>
            <a:r>
              <a:rPr dirty="0" err="1"/>
              <a:t>사진</a:t>
            </a:r>
            <a:endParaRPr dirty="0"/>
          </a:p>
          <a:p>
            <a:r>
              <a:rPr dirty="0" err="1"/>
              <a:t>말순이의</a:t>
            </a:r>
            <a:r>
              <a:rPr dirty="0"/>
              <a:t> </a:t>
            </a:r>
            <a:r>
              <a:rPr dirty="0" err="1"/>
              <a:t>모습이</a:t>
            </a:r>
            <a:r>
              <a:rPr dirty="0"/>
              <a:t> 잘 </a:t>
            </a:r>
            <a:r>
              <a:rPr dirty="0" err="1"/>
              <a:t>보이는</a:t>
            </a:r>
            <a:r>
              <a:rPr dirty="0"/>
              <a:t> </a:t>
            </a:r>
            <a:r>
              <a:rPr dirty="0" err="1"/>
              <a:t>전신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. </a:t>
            </a:r>
            <a:r>
              <a:rPr dirty="0" err="1"/>
              <a:t>마지막</a:t>
            </a:r>
            <a:r>
              <a:rPr dirty="0"/>
              <a:t> </a:t>
            </a:r>
            <a:r>
              <a:rPr dirty="0" err="1"/>
              <a:t>장과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말을</a:t>
            </a:r>
            <a:r>
              <a:rPr dirty="0"/>
              <a:t> </a:t>
            </a:r>
            <a:r>
              <a:rPr dirty="0" err="1"/>
              <a:t>사용합니다</a:t>
            </a:r>
            <a:r>
              <a:rPr dirty="0"/>
              <a:t>.</a:t>
            </a:r>
          </a:p>
          <a:p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상자와</a:t>
            </a:r>
            <a:r>
              <a:rPr dirty="0"/>
              <a:t> 두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삭제하고</a:t>
            </a:r>
            <a:r>
              <a:rPr dirty="0"/>
              <a:t> </a:t>
            </a:r>
            <a:r>
              <a:rPr dirty="0" err="1"/>
              <a:t>액자</a:t>
            </a:r>
            <a:r>
              <a:rPr dirty="0"/>
              <a:t>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사진을</a:t>
            </a:r>
            <a:r>
              <a:rPr dirty="0"/>
              <a:t> </a:t>
            </a:r>
            <a:r>
              <a:rPr dirty="0" err="1"/>
              <a:t>배치합니다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그림은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두면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근거</a:t>
            </a:r>
            <a:endParaRPr dirty="0"/>
          </a:p>
          <a:p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기획서</a:t>
            </a:r>
            <a:r>
              <a:rPr dirty="0"/>
              <a:t> 4장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장르</a:t>
            </a:r>
            <a:r>
              <a:rPr dirty="0"/>
              <a:t>, 6장 </a:t>
            </a:r>
            <a:r>
              <a:rPr dirty="0" err="1"/>
              <a:t>마을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, 8장 </a:t>
            </a:r>
            <a:r>
              <a:rPr dirty="0" err="1"/>
              <a:t>레이싱</a:t>
            </a:r>
            <a:r>
              <a:rPr dirty="0"/>
              <a:t> </a:t>
            </a:r>
            <a:r>
              <a:rPr dirty="0" err="1"/>
              <a:t>콘텐츠</a:t>
            </a:r>
            <a:r>
              <a:rPr dirty="0"/>
              <a:t>.</a:t>
            </a:r>
          </a:p>
          <a:p>
            <a:r>
              <a:rPr dirty="0" err="1"/>
              <a:t>원본</a:t>
            </a:r>
            <a:r>
              <a:rPr dirty="0"/>
              <a:t>: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「졸업을해보자.pptx」. </a:t>
            </a:r>
            <a:r>
              <a:rPr dirty="0" err="1"/>
              <a:t>말순이와</a:t>
            </a:r>
            <a:r>
              <a:rPr dirty="0"/>
              <a:t> </a:t>
            </a:r>
            <a:r>
              <a:rPr dirty="0" err="1"/>
              <a:t>옆집</a:t>
            </a:r>
            <a:r>
              <a:rPr dirty="0"/>
              <a:t> </a:t>
            </a:r>
            <a:r>
              <a:rPr dirty="0" err="1"/>
              <a:t>말은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가상</a:t>
            </a:r>
            <a:r>
              <a:rPr dirty="0"/>
              <a:t> </a:t>
            </a:r>
            <a:r>
              <a:rPr dirty="0" err="1"/>
              <a:t>이야기입니다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</a:t>
            </a:r>
            <a:endParaRPr dirty="0"/>
          </a:p>
          <a:p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도구로</a:t>
            </a:r>
            <a:r>
              <a:rPr dirty="0"/>
              <a:t> </a:t>
            </a:r>
            <a:r>
              <a:rPr dirty="0" err="1"/>
              <a:t>제작한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자연·승마</a:t>
            </a:r>
            <a:r>
              <a:rPr dirty="0"/>
              <a:t> </a:t>
            </a:r>
            <a:r>
              <a:rPr dirty="0" err="1"/>
              <a:t>분위기</a:t>
            </a:r>
            <a:r>
              <a:rPr dirty="0"/>
              <a:t> </a:t>
            </a:r>
            <a:r>
              <a:rPr dirty="0" err="1"/>
              <a:t>배경입니다</a:t>
            </a:r>
            <a:r>
              <a:rPr dirty="0"/>
              <a:t>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화면이</a:t>
            </a:r>
            <a:r>
              <a:rPr dirty="0"/>
              <a:t> </a:t>
            </a:r>
            <a:r>
              <a:rPr dirty="0" err="1"/>
              <a:t>아닙니다</a:t>
            </a:r>
            <a:r>
              <a:rPr dirty="0"/>
              <a:t>. meadow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제작</a:t>
            </a:r>
            <a:r>
              <a:rPr dirty="0"/>
              <a:t> </a:t>
            </a:r>
            <a:r>
              <a:rPr dirty="0" err="1"/>
              <a:t>지시</a:t>
            </a:r>
            <a:r>
              <a:rPr dirty="0"/>
              <a:t>: 16:9 </a:t>
            </a:r>
            <a:r>
              <a:rPr dirty="0" err="1"/>
              <a:t>판타지</a:t>
            </a:r>
            <a:r>
              <a:rPr dirty="0"/>
              <a:t> </a:t>
            </a:r>
            <a:r>
              <a:rPr dirty="0" err="1"/>
              <a:t>승마</a:t>
            </a:r>
            <a:r>
              <a:rPr dirty="0"/>
              <a:t> </a:t>
            </a:r>
            <a:r>
              <a:rPr dirty="0" err="1"/>
              <a:t>게임의</a:t>
            </a:r>
            <a:r>
              <a:rPr dirty="0"/>
              <a:t> </a:t>
            </a:r>
            <a:r>
              <a:rPr dirty="0" err="1"/>
              <a:t>회화적인</a:t>
            </a:r>
            <a:r>
              <a:rPr dirty="0"/>
              <a:t>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그림</a:t>
            </a:r>
            <a:r>
              <a:rPr dirty="0"/>
              <a:t>, </a:t>
            </a:r>
            <a:r>
              <a:rPr dirty="0" err="1"/>
              <a:t>상단과</a:t>
            </a:r>
            <a:r>
              <a:rPr dirty="0"/>
              <a:t> </a:t>
            </a:r>
            <a:r>
              <a:rPr dirty="0" err="1"/>
              <a:t>왼쪽에는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여백</a:t>
            </a:r>
            <a:r>
              <a:rPr dirty="0"/>
              <a:t>, </a:t>
            </a:r>
            <a:r>
              <a:rPr dirty="0" err="1"/>
              <a:t>하단과</a:t>
            </a:r>
            <a:r>
              <a:rPr dirty="0"/>
              <a:t> </a:t>
            </a:r>
            <a:r>
              <a:rPr dirty="0" err="1"/>
              <a:t>오른쪽에</a:t>
            </a:r>
            <a:r>
              <a:rPr dirty="0"/>
              <a:t> </a:t>
            </a:r>
            <a:r>
              <a:rPr dirty="0" err="1"/>
              <a:t>초원·목장·숲길·말과</a:t>
            </a:r>
            <a:r>
              <a:rPr dirty="0"/>
              <a:t> </a:t>
            </a:r>
            <a:r>
              <a:rPr dirty="0" err="1"/>
              <a:t>기승자의</a:t>
            </a:r>
            <a:r>
              <a:rPr dirty="0"/>
              <a:t>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실루엣</a:t>
            </a:r>
            <a:r>
              <a:rPr dirty="0"/>
              <a:t>, </a:t>
            </a:r>
            <a:r>
              <a:rPr dirty="0" err="1"/>
              <a:t>텍스트와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UI </a:t>
            </a:r>
            <a:r>
              <a:rPr dirty="0" err="1"/>
              <a:t>없음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권장</a:t>
            </a:r>
            <a:r>
              <a:rPr dirty="0"/>
              <a:t> 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45초</a:t>
            </a:r>
          </a:p>
          <a:p>
            <a:endParaRPr dirty="0"/>
          </a:p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멘트</a:t>
            </a:r>
            <a:endParaRPr dirty="0"/>
          </a:p>
          <a:p>
            <a:r>
              <a:rPr dirty="0" err="1"/>
              <a:t>이렇게</a:t>
            </a:r>
            <a:r>
              <a:rPr dirty="0"/>
              <a:t> </a:t>
            </a:r>
            <a:r>
              <a:rPr dirty="0" err="1"/>
              <a:t>예쁜</a:t>
            </a:r>
            <a:r>
              <a:rPr dirty="0"/>
              <a:t> </a:t>
            </a:r>
            <a:r>
              <a:rPr dirty="0" err="1"/>
              <a:t>말을</a:t>
            </a:r>
            <a:r>
              <a:rPr dirty="0"/>
              <a:t> </a:t>
            </a:r>
            <a:r>
              <a:rPr dirty="0" err="1"/>
              <a:t>받았는데</a:t>
            </a:r>
            <a:r>
              <a:rPr dirty="0"/>
              <a:t> </a:t>
            </a:r>
            <a:r>
              <a:rPr dirty="0" err="1"/>
              <a:t>일단</a:t>
            </a:r>
            <a:r>
              <a:rPr dirty="0"/>
              <a:t> </a:t>
            </a:r>
            <a:r>
              <a:rPr dirty="0" err="1"/>
              <a:t>타봐야죠</a:t>
            </a:r>
            <a:r>
              <a:rPr dirty="0"/>
              <a:t>. </a:t>
            </a:r>
            <a:r>
              <a:rPr dirty="0" err="1"/>
              <a:t>말순이를</a:t>
            </a:r>
            <a:r>
              <a:rPr dirty="0"/>
              <a:t> </a:t>
            </a:r>
            <a:r>
              <a:rPr dirty="0" err="1"/>
              <a:t>타고</a:t>
            </a:r>
            <a:r>
              <a:rPr dirty="0"/>
              <a:t> </a:t>
            </a:r>
            <a:r>
              <a:rPr dirty="0" err="1"/>
              <a:t>나가</a:t>
            </a:r>
            <a:r>
              <a:rPr lang="ko-KR" altLang="en-US" dirty="0"/>
              <a:t>보도록 하겠습니다</a:t>
            </a:r>
            <a:r>
              <a:rPr dirty="0"/>
              <a:t>. </a:t>
            </a:r>
            <a:r>
              <a:rPr dirty="0" err="1"/>
              <a:t>내가</a:t>
            </a:r>
            <a:r>
              <a:rPr dirty="0"/>
              <a:t> </a:t>
            </a:r>
            <a:r>
              <a:rPr lang="ko-KR" altLang="en-US" dirty="0"/>
              <a:t>고삐를 잡아 방향을 바꾸고</a:t>
            </a:r>
            <a:r>
              <a:rPr lang="en-US" altLang="ko-KR" dirty="0"/>
              <a:t>, </a:t>
            </a:r>
            <a:r>
              <a:rPr dirty="0" err="1"/>
              <a:t>길을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달리</a:t>
            </a:r>
            <a:r>
              <a:rPr lang="ko-KR" altLang="en-US" dirty="0"/>
              <a:t>며</a:t>
            </a:r>
            <a:r>
              <a:rPr dirty="0"/>
              <a:t> </a:t>
            </a:r>
            <a:r>
              <a:rPr dirty="0" err="1"/>
              <a:t>내가</a:t>
            </a:r>
            <a:r>
              <a:rPr dirty="0"/>
              <a:t> </a:t>
            </a:r>
            <a:r>
              <a:rPr dirty="0" err="1"/>
              <a:t>말을</a:t>
            </a:r>
            <a:r>
              <a:rPr dirty="0"/>
              <a:t> </a:t>
            </a:r>
            <a:r>
              <a:rPr dirty="0" err="1"/>
              <a:t>타고</a:t>
            </a:r>
            <a:r>
              <a:rPr dirty="0"/>
              <a:t> </a:t>
            </a:r>
            <a:r>
              <a:rPr dirty="0" err="1"/>
              <a:t>있다는</a:t>
            </a:r>
            <a:r>
              <a:rPr dirty="0"/>
              <a:t> </a:t>
            </a:r>
            <a:r>
              <a:rPr dirty="0" err="1"/>
              <a:t>느낌</a:t>
            </a:r>
            <a:r>
              <a:rPr dirty="0"/>
              <a:t>. </a:t>
            </a:r>
            <a:r>
              <a:rPr dirty="0" err="1"/>
              <a:t>저희가</a:t>
            </a:r>
            <a:r>
              <a:rPr dirty="0"/>
              <a:t> </a:t>
            </a:r>
            <a:r>
              <a:rPr lang="ko-KR" altLang="en-US" dirty="0"/>
              <a:t>첫번째로</a:t>
            </a:r>
            <a:r>
              <a:rPr dirty="0"/>
              <a:t> </a:t>
            </a:r>
            <a:r>
              <a:rPr dirty="0" err="1"/>
              <a:t>전달하고</a:t>
            </a:r>
            <a:r>
              <a:rPr dirty="0"/>
              <a:t> </a:t>
            </a:r>
            <a:r>
              <a:rPr dirty="0" err="1"/>
              <a:t>싶은</a:t>
            </a:r>
            <a:r>
              <a:rPr dirty="0"/>
              <a:t> </a:t>
            </a:r>
            <a:r>
              <a:rPr dirty="0" err="1"/>
              <a:t>재미</a:t>
            </a:r>
            <a:r>
              <a:rPr lang="ko-KR" altLang="en-US" dirty="0"/>
              <a:t>는 바로 이</a:t>
            </a:r>
            <a:r>
              <a:rPr lang="en-US" altLang="ko-KR" dirty="0"/>
              <a:t> </a:t>
            </a:r>
            <a:r>
              <a:rPr lang="ko-KR" altLang="en-US" dirty="0"/>
              <a:t>말을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타는</a:t>
            </a:r>
            <a:r>
              <a:rPr dirty="0"/>
              <a:t> </a:t>
            </a:r>
            <a:r>
              <a:rPr lang="ko-KR" altLang="en-US" dirty="0"/>
              <a:t>감각</a:t>
            </a:r>
            <a:r>
              <a:rPr dirty="0" err="1"/>
              <a:t>입니다</a:t>
            </a:r>
            <a:r>
              <a:rPr dirty="0"/>
              <a:t>. </a:t>
            </a:r>
            <a:r>
              <a:rPr dirty="0" err="1"/>
              <a:t>달리는</a:t>
            </a:r>
            <a:r>
              <a:rPr dirty="0"/>
              <a:t> 말 </a:t>
            </a:r>
            <a:r>
              <a:rPr dirty="0" err="1"/>
              <a:t>위에서</a:t>
            </a:r>
            <a:r>
              <a:rPr dirty="0"/>
              <a:t> 길</a:t>
            </a:r>
            <a:r>
              <a:rPr lang="en-US" dirty="0"/>
              <a:t> </a:t>
            </a:r>
            <a:r>
              <a:rPr lang="ko-KR" altLang="en-US" dirty="0"/>
              <a:t>앞을</a:t>
            </a:r>
            <a:r>
              <a:rPr dirty="0"/>
              <a:t> </a:t>
            </a:r>
            <a:r>
              <a:rPr dirty="0" err="1"/>
              <a:t>보고</a:t>
            </a:r>
            <a:r>
              <a:rPr dirty="0"/>
              <a:t>,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행동을</a:t>
            </a:r>
            <a:r>
              <a:rPr dirty="0"/>
              <a:t> </a:t>
            </a:r>
            <a:r>
              <a:rPr dirty="0" err="1"/>
              <a:t>판단하면서</a:t>
            </a:r>
            <a:r>
              <a:rPr dirty="0"/>
              <a:t> </a:t>
            </a:r>
            <a:r>
              <a:rPr dirty="0" err="1"/>
              <a:t>움직이는</a:t>
            </a:r>
            <a:r>
              <a:rPr dirty="0"/>
              <a:t> </a:t>
            </a:r>
            <a:r>
              <a:rPr dirty="0" err="1"/>
              <a:t>거죠</a:t>
            </a:r>
            <a:r>
              <a:rPr dirty="0"/>
              <a:t>. </a:t>
            </a:r>
            <a:r>
              <a:rPr dirty="0" err="1"/>
              <a:t>처음에는</a:t>
            </a:r>
            <a:r>
              <a:rPr dirty="0"/>
              <a:t> </a:t>
            </a:r>
            <a:r>
              <a:rPr lang="ko-KR" altLang="en-US" dirty="0"/>
              <a:t>코스를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달리는</a:t>
            </a:r>
            <a:r>
              <a:rPr dirty="0"/>
              <a:t> </a:t>
            </a:r>
            <a:r>
              <a:rPr dirty="0" err="1"/>
              <a:t>것만으로도</a:t>
            </a:r>
            <a:r>
              <a:rPr dirty="0"/>
              <a:t> </a:t>
            </a:r>
            <a:r>
              <a:rPr dirty="0" err="1"/>
              <a:t>재미있어야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</a:t>
            </a:r>
            <a:r>
              <a:rPr dirty="0" err="1"/>
              <a:t>조금</a:t>
            </a:r>
            <a:r>
              <a:rPr dirty="0"/>
              <a:t> </a:t>
            </a:r>
            <a:r>
              <a:rPr dirty="0" err="1"/>
              <a:t>익숙해지면</a:t>
            </a:r>
            <a:r>
              <a:rPr dirty="0"/>
              <a:t> </a:t>
            </a:r>
            <a:r>
              <a:rPr lang="ko-KR" altLang="en-US" dirty="0"/>
              <a:t>같은 코스라도</a:t>
            </a:r>
            <a:r>
              <a:rPr dirty="0"/>
              <a:t> 더 </a:t>
            </a:r>
            <a:r>
              <a:rPr dirty="0" err="1"/>
              <a:t>빨리</a:t>
            </a:r>
            <a:r>
              <a:rPr dirty="0"/>
              <a:t> </a:t>
            </a:r>
            <a:r>
              <a:rPr dirty="0" err="1"/>
              <a:t>가보고</a:t>
            </a:r>
            <a:r>
              <a:rPr dirty="0"/>
              <a:t> </a:t>
            </a:r>
            <a:r>
              <a:rPr dirty="0" err="1"/>
              <a:t>싶어질</a:t>
            </a:r>
            <a:r>
              <a:rPr dirty="0"/>
              <a:t> </a:t>
            </a:r>
            <a:r>
              <a:rPr dirty="0" err="1"/>
              <a:t>겁니다</a:t>
            </a:r>
            <a:r>
              <a:rPr dirty="0"/>
              <a:t>. </a:t>
            </a:r>
            <a:r>
              <a:rPr dirty="0" err="1"/>
              <a:t>그런데</a:t>
            </a:r>
            <a:r>
              <a:rPr dirty="0"/>
              <a:t> </a:t>
            </a:r>
            <a:r>
              <a:rPr dirty="0" err="1"/>
              <a:t>우리가</a:t>
            </a:r>
            <a:r>
              <a:rPr dirty="0"/>
              <a:t> </a:t>
            </a:r>
            <a:r>
              <a:rPr dirty="0" err="1"/>
              <a:t>열심히</a:t>
            </a:r>
            <a:r>
              <a:rPr dirty="0"/>
              <a:t> </a:t>
            </a:r>
            <a:r>
              <a:rPr dirty="0" err="1"/>
              <a:t>달리고</a:t>
            </a:r>
            <a:r>
              <a:rPr dirty="0"/>
              <a:t> </a:t>
            </a:r>
            <a:r>
              <a:rPr dirty="0" err="1"/>
              <a:t>있는데</a:t>
            </a:r>
            <a:r>
              <a:rPr dirty="0"/>
              <a:t>, </a:t>
            </a:r>
            <a:r>
              <a:rPr dirty="0" err="1"/>
              <a:t>옆에서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말 한 </a:t>
            </a:r>
            <a:r>
              <a:rPr dirty="0" err="1"/>
              <a:t>마리가</a:t>
            </a:r>
            <a:r>
              <a:rPr dirty="0"/>
              <a:t> </a:t>
            </a:r>
            <a:r>
              <a:rPr dirty="0" err="1"/>
              <a:t>지나갑니다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진행</a:t>
            </a:r>
            <a:endParaRPr dirty="0"/>
          </a:p>
          <a:p>
            <a:r>
              <a:rPr dirty="0" err="1"/>
              <a:t>사진</a:t>
            </a:r>
            <a:r>
              <a:rPr dirty="0"/>
              <a:t> 속 </a:t>
            </a:r>
            <a:r>
              <a:rPr dirty="0" err="1"/>
              <a:t>기승자를</a:t>
            </a:r>
            <a:r>
              <a:rPr dirty="0"/>
              <a:t> </a:t>
            </a:r>
            <a:r>
              <a:rPr dirty="0" err="1"/>
              <a:t>짚으며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조작하는</a:t>
            </a:r>
            <a:r>
              <a:rPr dirty="0"/>
              <a:t> </a:t>
            </a:r>
            <a:r>
              <a:rPr dirty="0" err="1"/>
              <a:t>승마</a:t>
            </a:r>
            <a:r>
              <a:rPr dirty="0"/>
              <a:t> </a:t>
            </a:r>
            <a:r>
              <a:rPr dirty="0" err="1"/>
              <a:t>게임임을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전달합니다</a:t>
            </a:r>
            <a:r>
              <a:rPr dirty="0"/>
              <a:t>. </a:t>
            </a:r>
            <a:r>
              <a:rPr dirty="0" err="1"/>
              <a:t>확정되지</a:t>
            </a:r>
            <a:r>
              <a:rPr dirty="0"/>
              <a:t> </a:t>
            </a:r>
            <a:r>
              <a:rPr dirty="0" err="1"/>
              <a:t>않은</a:t>
            </a:r>
            <a:r>
              <a:rPr dirty="0"/>
              <a:t> </a:t>
            </a:r>
            <a:r>
              <a:rPr dirty="0" err="1"/>
              <a:t>조작키는</a:t>
            </a:r>
            <a:r>
              <a:rPr dirty="0"/>
              <a:t> </a:t>
            </a:r>
            <a:r>
              <a:rPr dirty="0" err="1"/>
              <a:t>설명하지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넣을</a:t>
            </a:r>
            <a:r>
              <a:rPr dirty="0"/>
              <a:t> </a:t>
            </a:r>
            <a:r>
              <a:rPr dirty="0" err="1"/>
              <a:t>사진</a:t>
            </a:r>
            <a:endParaRPr dirty="0"/>
          </a:p>
          <a:p>
            <a:r>
              <a:rPr dirty="0"/>
              <a:t>말 </a:t>
            </a:r>
            <a:r>
              <a:rPr dirty="0" err="1"/>
              <a:t>위에</a:t>
            </a:r>
            <a:r>
              <a:rPr dirty="0"/>
              <a:t> 탄 </a:t>
            </a:r>
            <a:r>
              <a:rPr dirty="0" err="1"/>
              <a:t>플레이어가</a:t>
            </a:r>
            <a:r>
              <a:rPr dirty="0"/>
              <a:t> </a:t>
            </a:r>
            <a:r>
              <a:rPr dirty="0" err="1"/>
              <a:t>분명히</a:t>
            </a:r>
            <a:r>
              <a:rPr dirty="0"/>
              <a:t> </a:t>
            </a:r>
            <a:r>
              <a:rPr dirty="0" err="1"/>
              <a:t>보이는</a:t>
            </a:r>
            <a:r>
              <a:rPr dirty="0"/>
              <a:t> </a:t>
            </a:r>
            <a:r>
              <a:rPr dirty="0" err="1"/>
              <a:t>승마</a:t>
            </a:r>
            <a:r>
              <a:rPr dirty="0"/>
              <a:t> </a:t>
            </a:r>
            <a:r>
              <a:rPr dirty="0" err="1"/>
              <a:t>장면</a:t>
            </a:r>
            <a:r>
              <a:rPr dirty="0"/>
              <a:t>. </a:t>
            </a:r>
            <a:r>
              <a:rPr dirty="0" err="1"/>
              <a:t>달리는</a:t>
            </a:r>
            <a:r>
              <a:rPr dirty="0"/>
              <a:t> </a:t>
            </a:r>
            <a:r>
              <a:rPr dirty="0" err="1"/>
              <a:t>말만</a:t>
            </a:r>
            <a:r>
              <a:rPr dirty="0"/>
              <a:t> </a:t>
            </a:r>
            <a:r>
              <a:rPr dirty="0" err="1"/>
              <a:t>나온</a:t>
            </a:r>
            <a:r>
              <a:rPr dirty="0"/>
              <a:t> </a:t>
            </a:r>
            <a:r>
              <a:rPr dirty="0" err="1"/>
              <a:t>장면보다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타고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모습이</a:t>
            </a:r>
            <a:r>
              <a:rPr dirty="0"/>
              <a:t> </a:t>
            </a:r>
            <a:r>
              <a:rPr dirty="0" err="1"/>
              <a:t>좋습니다</a:t>
            </a:r>
            <a:r>
              <a:rPr dirty="0"/>
              <a:t>.</a:t>
            </a:r>
          </a:p>
          <a:p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상자와</a:t>
            </a:r>
            <a:r>
              <a:rPr dirty="0"/>
              <a:t> 두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삭제하고</a:t>
            </a:r>
            <a:r>
              <a:rPr dirty="0"/>
              <a:t> </a:t>
            </a:r>
            <a:r>
              <a:rPr dirty="0" err="1"/>
              <a:t>액자</a:t>
            </a:r>
            <a:r>
              <a:rPr dirty="0"/>
              <a:t>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사진을</a:t>
            </a:r>
            <a:r>
              <a:rPr dirty="0"/>
              <a:t> </a:t>
            </a:r>
            <a:r>
              <a:rPr dirty="0" err="1"/>
              <a:t>배치합니다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그림은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두면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근거</a:t>
            </a:r>
            <a:endParaRPr dirty="0"/>
          </a:p>
          <a:p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기획서</a:t>
            </a:r>
            <a:r>
              <a:rPr dirty="0"/>
              <a:t> 8장 </a:t>
            </a:r>
            <a:r>
              <a:rPr dirty="0" err="1"/>
              <a:t>플레이어와</a:t>
            </a:r>
            <a:r>
              <a:rPr dirty="0"/>
              <a:t> </a:t>
            </a:r>
            <a:r>
              <a:rPr dirty="0" err="1"/>
              <a:t>말의</a:t>
            </a:r>
            <a:r>
              <a:rPr dirty="0"/>
              <a:t> </a:t>
            </a:r>
            <a:r>
              <a:rPr dirty="0" err="1"/>
              <a:t>호흡</a:t>
            </a:r>
            <a:r>
              <a:rPr dirty="0"/>
              <a:t>, </a:t>
            </a:r>
            <a:r>
              <a:rPr dirty="0" err="1"/>
              <a:t>승마의</a:t>
            </a:r>
            <a:r>
              <a:rPr dirty="0"/>
              <a:t> </a:t>
            </a:r>
            <a:r>
              <a:rPr dirty="0" err="1"/>
              <a:t>레이싱</a:t>
            </a:r>
            <a:r>
              <a:rPr dirty="0"/>
              <a:t> </a:t>
            </a:r>
            <a:r>
              <a:rPr dirty="0" err="1"/>
              <a:t>감각</a:t>
            </a:r>
            <a:r>
              <a:rPr dirty="0"/>
              <a:t>.</a:t>
            </a:r>
          </a:p>
          <a:p>
            <a:r>
              <a:rPr dirty="0" err="1"/>
              <a:t>원본</a:t>
            </a:r>
            <a:r>
              <a:rPr dirty="0"/>
              <a:t>: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「졸업을해보자.pptx」. </a:t>
            </a:r>
            <a:r>
              <a:rPr dirty="0" err="1"/>
              <a:t>말순이와</a:t>
            </a:r>
            <a:r>
              <a:rPr dirty="0"/>
              <a:t> </a:t>
            </a:r>
            <a:r>
              <a:rPr dirty="0" err="1"/>
              <a:t>옆집</a:t>
            </a:r>
            <a:r>
              <a:rPr dirty="0"/>
              <a:t> </a:t>
            </a:r>
            <a:r>
              <a:rPr dirty="0" err="1"/>
              <a:t>말은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가상</a:t>
            </a:r>
            <a:r>
              <a:rPr dirty="0"/>
              <a:t> </a:t>
            </a:r>
            <a:r>
              <a:rPr dirty="0" err="1"/>
              <a:t>이야기입니다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</a:t>
            </a:r>
            <a:endParaRPr dirty="0"/>
          </a:p>
          <a:p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도구로</a:t>
            </a:r>
            <a:r>
              <a:rPr dirty="0"/>
              <a:t> </a:t>
            </a:r>
            <a:r>
              <a:rPr dirty="0" err="1"/>
              <a:t>제작한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자연·승마</a:t>
            </a:r>
            <a:r>
              <a:rPr dirty="0"/>
              <a:t> </a:t>
            </a:r>
            <a:r>
              <a:rPr dirty="0" err="1"/>
              <a:t>분위기</a:t>
            </a:r>
            <a:r>
              <a:rPr dirty="0"/>
              <a:t> </a:t>
            </a:r>
            <a:r>
              <a:rPr dirty="0" err="1"/>
              <a:t>배경입니다</a:t>
            </a:r>
            <a:r>
              <a:rPr dirty="0"/>
              <a:t>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화면이</a:t>
            </a:r>
            <a:r>
              <a:rPr dirty="0"/>
              <a:t> </a:t>
            </a:r>
            <a:r>
              <a:rPr dirty="0" err="1"/>
              <a:t>아닙니다</a:t>
            </a:r>
            <a:r>
              <a:rPr dirty="0"/>
              <a:t>. trail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제작</a:t>
            </a:r>
            <a:r>
              <a:rPr dirty="0"/>
              <a:t> </a:t>
            </a:r>
            <a:r>
              <a:rPr dirty="0" err="1"/>
              <a:t>지시</a:t>
            </a:r>
            <a:r>
              <a:rPr dirty="0"/>
              <a:t>: 16:9 </a:t>
            </a:r>
            <a:r>
              <a:rPr dirty="0" err="1"/>
              <a:t>판타지</a:t>
            </a:r>
            <a:r>
              <a:rPr dirty="0"/>
              <a:t> </a:t>
            </a:r>
            <a:r>
              <a:rPr dirty="0" err="1"/>
              <a:t>승마</a:t>
            </a:r>
            <a:r>
              <a:rPr dirty="0"/>
              <a:t> </a:t>
            </a:r>
            <a:r>
              <a:rPr dirty="0" err="1"/>
              <a:t>게임의</a:t>
            </a:r>
            <a:r>
              <a:rPr dirty="0"/>
              <a:t> </a:t>
            </a:r>
            <a:r>
              <a:rPr dirty="0" err="1"/>
              <a:t>회화적인</a:t>
            </a:r>
            <a:r>
              <a:rPr dirty="0"/>
              <a:t>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그림</a:t>
            </a:r>
            <a:r>
              <a:rPr dirty="0"/>
              <a:t>, </a:t>
            </a:r>
            <a:r>
              <a:rPr dirty="0" err="1"/>
              <a:t>상단과</a:t>
            </a:r>
            <a:r>
              <a:rPr dirty="0"/>
              <a:t> </a:t>
            </a:r>
            <a:r>
              <a:rPr dirty="0" err="1"/>
              <a:t>왼쪽에는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여백</a:t>
            </a:r>
            <a:r>
              <a:rPr dirty="0"/>
              <a:t>, </a:t>
            </a:r>
            <a:r>
              <a:rPr dirty="0" err="1"/>
              <a:t>하단과</a:t>
            </a:r>
            <a:r>
              <a:rPr dirty="0"/>
              <a:t> </a:t>
            </a:r>
            <a:r>
              <a:rPr dirty="0" err="1"/>
              <a:t>오른쪽에</a:t>
            </a:r>
            <a:r>
              <a:rPr dirty="0"/>
              <a:t> </a:t>
            </a:r>
            <a:r>
              <a:rPr dirty="0" err="1"/>
              <a:t>초원·목장·숲길·말과</a:t>
            </a:r>
            <a:r>
              <a:rPr dirty="0"/>
              <a:t> </a:t>
            </a:r>
            <a:r>
              <a:rPr dirty="0" err="1"/>
              <a:t>기승자의</a:t>
            </a:r>
            <a:r>
              <a:rPr dirty="0"/>
              <a:t>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실루엣</a:t>
            </a:r>
            <a:r>
              <a:rPr dirty="0"/>
              <a:t>, </a:t>
            </a:r>
            <a:r>
              <a:rPr dirty="0" err="1"/>
              <a:t>텍스트와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UI </a:t>
            </a:r>
            <a:r>
              <a:rPr dirty="0" err="1"/>
              <a:t>없음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권장</a:t>
            </a:r>
            <a:r>
              <a:rPr dirty="0"/>
              <a:t> 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45초</a:t>
            </a:r>
          </a:p>
          <a:p>
            <a:endParaRPr dirty="0"/>
          </a:p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멘트</a:t>
            </a:r>
            <a:endParaRPr dirty="0"/>
          </a:p>
          <a:p>
            <a:r>
              <a:rPr dirty="0"/>
              <a:t>어? 저 </a:t>
            </a:r>
            <a:r>
              <a:rPr dirty="0" err="1"/>
              <a:t>사람</a:t>
            </a:r>
            <a:r>
              <a:rPr dirty="0"/>
              <a:t> 왜 </a:t>
            </a:r>
            <a:r>
              <a:rPr dirty="0" err="1"/>
              <a:t>저를</a:t>
            </a:r>
            <a:r>
              <a:rPr dirty="0"/>
              <a:t> </a:t>
            </a:r>
            <a:r>
              <a:rPr dirty="0" err="1"/>
              <a:t>추월하면서</a:t>
            </a:r>
            <a:r>
              <a:rPr dirty="0"/>
              <a:t> </a:t>
            </a:r>
            <a:r>
              <a:rPr lang="ko-KR" altLang="en-US" dirty="0"/>
              <a:t>뒤를 </a:t>
            </a:r>
            <a:r>
              <a:rPr dirty="0" err="1"/>
              <a:t>쳐다보죠</a:t>
            </a:r>
            <a:r>
              <a:rPr dirty="0"/>
              <a:t>? </a:t>
            </a:r>
            <a:r>
              <a:rPr dirty="0" err="1"/>
              <a:t>그냥</a:t>
            </a:r>
            <a:r>
              <a:rPr dirty="0"/>
              <a:t> </a:t>
            </a:r>
            <a:r>
              <a:rPr dirty="0" err="1"/>
              <a:t>지나가면</a:t>
            </a:r>
            <a:r>
              <a:rPr dirty="0"/>
              <a:t> </a:t>
            </a:r>
            <a:r>
              <a:rPr dirty="0" err="1"/>
              <a:t>되는데</a:t>
            </a:r>
            <a:r>
              <a:rPr dirty="0"/>
              <a:t> </a:t>
            </a:r>
            <a:r>
              <a:rPr dirty="0" err="1"/>
              <a:t>괜히</a:t>
            </a:r>
            <a:r>
              <a:rPr dirty="0"/>
              <a:t> </a:t>
            </a:r>
            <a:r>
              <a:rPr dirty="0" err="1"/>
              <a:t>기분이</a:t>
            </a:r>
            <a:r>
              <a:rPr dirty="0"/>
              <a:t> 나</a:t>
            </a:r>
            <a:r>
              <a:rPr lang="ko-KR" altLang="en-US" dirty="0" err="1"/>
              <a:t>쁘게하네요</a:t>
            </a:r>
            <a:r>
              <a:rPr dirty="0"/>
              <a:t>. </a:t>
            </a:r>
            <a:r>
              <a:rPr dirty="0" err="1"/>
              <a:t>따라가</a:t>
            </a:r>
            <a:r>
              <a:rPr lang="ko-KR" altLang="en-US" dirty="0"/>
              <a:t>보</a:t>
            </a:r>
            <a:r>
              <a:rPr dirty="0" err="1"/>
              <a:t>겠습니다</a:t>
            </a:r>
            <a:r>
              <a:rPr dirty="0"/>
              <a:t>. </a:t>
            </a:r>
            <a:r>
              <a:rPr dirty="0" err="1"/>
              <a:t>여기서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플레이어와의</a:t>
            </a:r>
            <a:r>
              <a:rPr dirty="0"/>
              <a:t> </a:t>
            </a:r>
            <a:r>
              <a:rPr dirty="0" err="1"/>
              <a:t>경쟁이</a:t>
            </a:r>
            <a:r>
              <a:rPr dirty="0"/>
              <a:t> </a:t>
            </a:r>
            <a:r>
              <a:rPr dirty="0" err="1"/>
              <a:t>시작됩니다</a:t>
            </a:r>
            <a:r>
              <a:rPr dirty="0"/>
              <a:t>. </a:t>
            </a:r>
            <a:r>
              <a:rPr dirty="0" err="1"/>
              <a:t>혼자</a:t>
            </a:r>
            <a:r>
              <a:rPr dirty="0"/>
              <a:t> </a:t>
            </a:r>
            <a:r>
              <a:rPr dirty="0" err="1"/>
              <a:t>길을</a:t>
            </a:r>
            <a:r>
              <a:rPr dirty="0"/>
              <a:t> </a:t>
            </a:r>
            <a:r>
              <a:rPr dirty="0" err="1"/>
              <a:t>달릴</a:t>
            </a:r>
            <a:r>
              <a:rPr dirty="0"/>
              <a:t> </a:t>
            </a:r>
            <a:r>
              <a:rPr dirty="0" err="1"/>
              <a:t>때는</a:t>
            </a:r>
            <a:r>
              <a:rPr dirty="0"/>
              <a:t> 내 </a:t>
            </a:r>
            <a:r>
              <a:rPr dirty="0" err="1"/>
              <a:t>주행에</a:t>
            </a:r>
            <a:r>
              <a:rPr dirty="0"/>
              <a:t> </a:t>
            </a:r>
            <a:r>
              <a:rPr dirty="0" err="1"/>
              <a:t>집중하지만</a:t>
            </a:r>
            <a:r>
              <a:rPr dirty="0"/>
              <a:t> </a:t>
            </a:r>
            <a:r>
              <a:rPr dirty="0" err="1"/>
              <a:t>상대가</a:t>
            </a:r>
            <a:r>
              <a:rPr dirty="0"/>
              <a:t> </a:t>
            </a:r>
            <a:r>
              <a:rPr dirty="0" err="1"/>
              <a:t>옆에</a:t>
            </a:r>
            <a:r>
              <a:rPr dirty="0"/>
              <a:t> </a:t>
            </a:r>
            <a:r>
              <a:rPr dirty="0" err="1"/>
              <a:t>있으면</a:t>
            </a:r>
            <a:r>
              <a:rPr dirty="0"/>
              <a:t> </a:t>
            </a:r>
            <a:r>
              <a:rPr dirty="0" err="1"/>
              <a:t>신경</a:t>
            </a:r>
            <a:r>
              <a:rPr dirty="0"/>
              <a:t> 쓸 </a:t>
            </a:r>
            <a:r>
              <a:rPr dirty="0" err="1"/>
              <a:t>일이</a:t>
            </a:r>
            <a:r>
              <a:rPr dirty="0"/>
              <a:t> </a:t>
            </a:r>
            <a:r>
              <a:rPr dirty="0" err="1"/>
              <a:t>늘어납니다</a:t>
            </a:r>
            <a:r>
              <a:rPr dirty="0"/>
              <a:t>. </a:t>
            </a:r>
            <a:r>
              <a:rPr dirty="0" err="1"/>
              <a:t>어디로</a:t>
            </a:r>
            <a:r>
              <a:rPr dirty="0"/>
              <a:t> </a:t>
            </a:r>
            <a:r>
              <a:rPr dirty="0" err="1"/>
              <a:t>달릴지</a:t>
            </a:r>
            <a:r>
              <a:rPr dirty="0"/>
              <a:t>, </a:t>
            </a:r>
            <a:r>
              <a:rPr dirty="0" err="1"/>
              <a:t>앞의</a:t>
            </a:r>
            <a:r>
              <a:rPr dirty="0"/>
              <a:t> </a:t>
            </a:r>
            <a:r>
              <a:rPr dirty="0" err="1"/>
              <a:t>길을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지나갈지</a:t>
            </a:r>
            <a:r>
              <a:rPr dirty="0"/>
              <a:t>, </a:t>
            </a:r>
            <a:r>
              <a:rPr dirty="0" err="1"/>
              <a:t>옆말과</a:t>
            </a:r>
            <a:r>
              <a:rPr dirty="0"/>
              <a:t> </a:t>
            </a:r>
            <a:r>
              <a:rPr dirty="0" err="1"/>
              <a:t>가까워지면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대응할지</a:t>
            </a:r>
            <a:r>
              <a:rPr dirty="0"/>
              <a:t> </a:t>
            </a:r>
            <a:r>
              <a:rPr dirty="0" err="1"/>
              <a:t>판단하게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 </a:t>
            </a:r>
            <a:r>
              <a:rPr dirty="0" err="1"/>
              <a:t>기획서에는</a:t>
            </a:r>
            <a:r>
              <a:rPr dirty="0"/>
              <a:t> </a:t>
            </a:r>
            <a:r>
              <a:rPr dirty="0" err="1"/>
              <a:t>몸싸움도</a:t>
            </a:r>
            <a:r>
              <a:rPr dirty="0"/>
              <a:t> </a:t>
            </a:r>
            <a:r>
              <a:rPr dirty="0" err="1"/>
              <a:t>주행의</a:t>
            </a:r>
            <a:r>
              <a:rPr dirty="0"/>
              <a:t> </a:t>
            </a:r>
            <a:r>
              <a:rPr dirty="0" err="1"/>
              <a:t>변수로</a:t>
            </a:r>
            <a:r>
              <a:rPr dirty="0"/>
              <a:t> </a:t>
            </a:r>
            <a:r>
              <a:rPr dirty="0" err="1"/>
              <a:t>들어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내가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탄 </a:t>
            </a:r>
            <a:r>
              <a:rPr dirty="0" err="1"/>
              <a:t>말로</a:t>
            </a:r>
            <a:r>
              <a:rPr dirty="0"/>
              <a:t> </a:t>
            </a:r>
            <a:r>
              <a:rPr dirty="0" err="1"/>
              <a:t>상대와</a:t>
            </a:r>
            <a:r>
              <a:rPr dirty="0"/>
              <a:t> </a:t>
            </a:r>
            <a:r>
              <a:rPr dirty="0" err="1"/>
              <a:t>겨루는</a:t>
            </a:r>
            <a:r>
              <a:rPr dirty="0"/>
              <a:t> </a:t>
            </a:r>
            <a:r>
              <a:rPr dirty="0" err="1"/>
              <a:t>재미를</a:t>
            </a:r>
            <a:r>
              <a:rPr dirty="0"/>
              <a:t> </a:t>
            </a:r>
            <a:r>
              <a:rPr dirty="0" err="1"/>
              <a:t>만드는</a:t>
            </a:r>
            <a:r>
              <a:rPr dirty="0"/>
              <a:t> </a:t>
            </a:r>
            <a:r>
              <a:rPr dirty="0" err="1"/>
              <a:t>겁니다</a:t>
            </a:r>
            <a:r>
              <a:rPr dirty="0"/>
              <a:t>. </a:t>
            </a:r>
            <a:r>
              <a:rPr dirty="0" err="1"/>
              <a:t>그러다가</a:t>
            </a:r>
            <a:r>
              <a:rPr dirty="0"/>
              <a:t> 저 </a:t>
            </a:r>
            <a:r>
              <a:rPr dirty="0" err="1"/>
              <a:t>앞에</a:t>
            </a:r>
            <a:r>
              <a:rPr dirty="0"/>
              <a:t> </a:t>
            </a:r>
            <a:r>
              <a:rPr dirty="0" err="1"/>
              <a:t>장애물까지</a:t>
            </a:r>
            <a:r>
              <a:rPr dirty="0"/>
              <a:t> </a:t>
            </a:r>
            <a:r>
              <a:rPr dirty="0" err="1"/>
              <a:t>나타납니다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진행</a:t>
            </a:r>
            <a:endParaRPr dirty="0"/>
          </a:p>
          <a:p>
            <a:r>
              <a:rPr dirty="0" err="1"/>
              <a:t>옆집</a:t>
            </a:r>
            <a:r>
              <a:rPr dirty="0"/>
              <a:t> </a:t>
            </a:r>
            <a:r>
              <a:rPr dirty="0" err="1"/>
              <a:t>말은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가상</a:t>
            </a:r>
            <a:r>
              <a:rPr dirty="0"/>
              <a:t> </a:t>
            </a:r>
            <a:r>
              <a:rPr dirty="0" err="1"/>
              <a:t>상대입니다</a:t>
            </a:r>
            <a:r>
              <a:rPr dirty="0"/>
              <a:t>. </a:t>
            </a:r>
            <a:r>
              <a:rPr dirty="0" err="1"/>
              <a:t>추월하며</a:t>
            </a:r>
            <a:r>
              <a:rPr dirty="0"/>
              <a:t> </a:t>
            </a:r>
            <a:r>
              <a:rPr dirty="0" err="1"/>
              <a:t>쳐다보는</a:t>
            </a:r>
            <a:r>
              <a:rPr dirty="0"/>
              <a:t> </a:t>
            </a:r>
            <a:r>
              <a:rPr dirty="0" err="1"/>
              <a:t>장면은</a:t>
            </a:r>
            <a:r>
              <a:rPr dirty="0"/>
              <a:t> </a:t>
            </a:r>
            <a:r>
              <a:rPr dirty="0" err="1"/>
              <a:t>농담이며</a:t>
            </a:r>
            <a:r>
              <a:rPr dirty="0"/>
              <a:t> </a:t>
            </a:r>
            <a:r>
              <a:rPr dirty="0" err="1"/>
              <a:t>별도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기능으로</a:t>
            </a:r>
            <a:r>
              <a:rPr dirty="0"/>
              <a:t> </a:t>
            </a:r>
            <a:r>
              <a:rPr dirty="0" err="1"/>
              <a:t>소개하지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넣을</a:t>
            </a:r>
            <a:r>
              <a:rPr dirty="0"/>
              <a:t> </a:t>
            </a:r>
            <a:r>
              <a:rPr dirty="0" err="1"/>
              <a:t>사진</a:t>
            </a:r>
            <a:endParaRPr dirty="0"/>
          </a:p>
          <a:p>
            <a:r>
              <a:rPr dirty="0" err="1"/>
              <a:t>기승자가</a:t>
            </a:r>
            <a:r>
              <a:rPr dirty="0"/>
              <a:t> </a:t>
            </a:r>
            <a:r>
              <a:rPr dirty="0" err="1"/>
              <a:t>보이는</a:t>
            </a:r>
            <a:r>
              <a:rPr dirty="0"/>
              <a:t> 두 </a:t>
            </a:r>
            <a:r>
              <a:rPr dirty="0" err="1"/>
              <a:t>말의</a:t>
            </a:r>
            <a:r>
              <a:rPr dirty="0"/>
              <a:t> </a:t>
            </a:r>
            <a:r>
              <a:rPr dirty="0" err="1"/>
              <a:t>승마</a:t>
            </a:r>
            <a:r>
              <a:rPr dirty="0"/>
              <a:t> </a:t>
            </a:r>
            <a:r>
              <a:rPr dirty="0" err="1"/>
              <a:t>대결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. </a:t>
            </a:r>
            <a:r>
              <a:rPr dirty="0" err="1"/>
              <a:t>옆말과</a:t>
            </a:r>
            <a:r>
              <a:rPr dirty="0"/>
              <a:t> </a:t>
            </a:r>
            <a:r>
              <a:rPr dirty="0" err="1"/>
              <a:t>가까이</a:t>
            </a:r>
            <a:r>
              <a:rPr dirty="0"/>
              <a:t> </a:t>
            </a:r>
            <a:r>
              <a:rPr dirty="0" err="1"/>
              <a:t>달리는</a:t>
            </a:r>
            <a:r>
              <a:rPr dirty="0"/>
              <a:t> </a:t>
            </a:r>
            <a:r>
              <a:rPr dirty="0" err="1"/>
              <a:t>장면이면</a:t>
            </a:r>
            <a:r>
              <a:rPr dirty="0"/>
              <a:t> </a:t>
            </a:r>
            <a:r>
              <a:rPr dirty="0" err="1"/>
              <a:t>몸싸움</a:t>
            </a:r>
            <a:r>
              <a:rPr dirty="0"/>
              <a:t> </a:t>
            </a:r>
            <a:r>
              <a:rPr dirty="0" err="1"/>
              <a:t>설명과</a:t>
            </a:r>
            <a:r>
              <a:rPr dirty="0"/>
              <a:t> </a:t>
            </a:r>
            <a:r>
              <a:rPr dirty="0" err="1"/>
              <a:t>연결됩니다</a:t>
            </a:r>
            <a:r>
              <a:rPr dirty="0"/>
              <a:t>.</a:t>
            </a:r>
          </a:p>
          <a:p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상자와</a:t>
            </a:r>
            <a:r>
              <a:rPr dirty="0"/>
              <a:t> 두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삭제하고</a:t>
            </a:r>
            <a:r>
              <a:rPr dirty="0"/>
              <a:t> </a:t>
            </a:r>
            <a:r>
              <a:rPr dirty="0" err="1"/>
              <a:t>액자</a:t>
            </a:r>
            <a:r>
              <a:rPr dirty="0"/>
              <a:t>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사진을</a:t>
            </a:r>
            <a:r>
              <a:rPr dirty="0"/>
              <a:t> </a:t>
            </a:r>
            <a:r>
              <a:rPr dirty="0" err="1"/>
              <a:t>배치합니다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그림은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두면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근거</a:t>
            </a:r>
            <a:endParaRPr dirty="0"/>
          </a:p>
          <a:p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기획서</a:t>
            </a:r>
            <a:r>
              <a:rPr dirty="0"/>
              <a:t> 8장 </a:t>
            </a:r>
            <a:r>
              <a:rPr dirty="0" err="1"/>
              <a:t>다인</a:t>
            </a:r>
            <a:r>
              <a:rPr dirty="0"/>
              <a:t> </a:t>
            </a:r>
            <a:r>
              <a:rPr dirty="0" err="1"/>
              <a:t>대전</a:t>
            </a:r>
            <a:r>
              <a:rPr dirty="0"/>
              <a:t>, </a:t>
            </a:r>
            <a:r>
              <a:rPr dirty="0" err="1"/>
              <a:t>몸싸움을</a:t>
            </a:r>
            <a:r>
              <a:rPr dirty="0"/>
              <a:t> </a:t>
            </a:r>
            <a:r>
              <a:rPr dirty="0" err="1"/>
              <a:t>통한</a:t>
            </a:r>
            <a:r>
              <a:rPr dirty="0"/>
              <a:t> </a:t>
            </a:r>
            <a:r>
              <a:rPr dirty="0" err="1"/>
              <a:t>변수</a:t>
            </a:r>
            <a:r>
              <a:rPr dirty="0"/>
              <a:t>.</a:t>
            </a:r>
          </a:p>
          <a:p>
            <a:r>
              <a:rPr dirty="0" err="1"/>
              <a:t>원본</a:t>
            </a:r>
            <a:r>
              <a:rPr dirty="0"/>
              <a:t>: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「졸업을해보자.pptx」. </a:t>
            </a:r>
            <a:r>
              <a:rPr dirty="0" err="1"/>
              <a:t>말순이와</a:t>
            </a:r>
            <a:r>
              <a:rPr dirty="0"/>
              <a:t> </a:t>
            </a:r>
            <a:r>
              <a:rPr dirty="0" err="1"/>
              <a:t>옆집</a:t>
            </a:r>
            <a:r>
              <a:rPr dirty="0"/>
              <a:t> </a:t>
            </a:r>
            <a:r>
              <a:rPr dirty="0" err="1"/>
              <a:t>말은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가상</a:t>
            </a:r>
            <a:r>
              <a:rPr dirty="0"/>
              <a:t> </a:t>
            </a:r>
            <a:r>
              <a:rPr dirty="0" err="1"/>
              <a:t>이야기입니다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</a:t>
            </a:r>
            <a:endParaRPr dirty="0"/>
          </a:p>
          <a:p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도구로</a:t>
            </a:r>
            <a:r>
              <a:rPr dirty="0"/>
              <a:t> </a:t>
            </a:r>
            <a:r>
              <a:rPr dirty="0" err="1"/>
              <a:t>제작한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자연·승마</a:t>
            </a:r>
            <a:r>
              <a:rPr dirty="0"/>
              <a:t> </a:t>
            </a:r>
            <a:r>
              <a:rPr dirty="0" err="1"/>
              <a:t>분위기</a:t>
            </a:r>
            <a:r>
              <a:rPr dirty="0"/>
              <a:t> </a:t>
            </a:r>
            <a:r>
              <a:rPr dirty="0" err="1"/>
              <a:t>배경입니다</a:t>
            </a:r>
            <a:r>
              <a:rPr dirty="0"/>
              <a:t>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화면이</a:t>
            </a:r>
            <a:r>
              <a:rPr dirty="0"/>
              <a:t> </a:t>
            </a:r>
            <a:r>
              <a:rPr dirty="0" err="1"/>
              <a:t>아닙니다</a:t>
            </a:r>
            <a:r>
              <a:rPr dirty="0"/>
              <a:t>. trail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제작</a:t>
            </a:r>
            <a:r>
              <a:rPr dirty="0"/>
              <a:t> </a:t>
            </a:r>
            <a:r>
              <a:rPr dirty="0" err="1"/>
              <a:t>지시</a:t>
            </a:r>
            <a:r>
              <a:rPr dirty="0"/>
              <a:t>: 16:9 </a:t>
            </a:r>
            <a:r>
              <a:rPr dirty="0" err="1"/>
              <a:t>판타지</a:t>
            </a:r>
            <a:r>
              <a:rPr dirty="0"/>
              <a:t> </a:t>
            </a:r>
            <a:r>
              <a:rPr dirty="0" err="1"/>
              <a:t>승마</a:t>
            </a:r>
            <a:r>
              <a:rPr dirty="0"/>
              <a:t> </a:t>
            </a:r>
            <a:r>
              <a:rPr dirty="0" err="1"/>
              <a:t>게임의</a:t>
            </a:r>
            <a:r>
              <a:rPr dirty="0"/>
              <a:t> </a:t>
            </a:r>
            <a:r>
              <a:rPr dirty="0" err="1"/>
              <a:t>회화적인</a:t>
            </a:r>
            <a:r>
              <a:rPr dirty="0"/>
              <a:t>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그림</a:t>
            </a:r>
            <a:r>
              <a:rPr dirty="0"/>
              <a:t>, </a:t>
            </a:r>
            <a:r>
              <a:rPr dirty="0" err="1"/>
              <a:t>상단과</a:t>
            </a:r>
            <a:r>
              <a:rPr dirty="0"/>
              <a:t> </a:t>
            </a:r>
            <a:r>
              <a:rPr dirty="0" err="1"/>
              <a:t>왼쪽에는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여백</a:t>
            </a:r>
            <a:r>
              <a:rPr dirty="0"/>
              <a:t>, </a:t>
            </a:r>
            <a:r>
              <a:rPr dirty="0" err="1"/>
              <a:t>하단과</a:t>
            </a:r>
            <a:r>
              <a:rPr dirty="0"/>
              <a:t> </a:t>
            </a:r>
            <a:r>
              <a:rPr dirty="0" err="1"/>
              <a:t>오른쪽에</a:t>
            </a:r>
            <a:r>
              <a:rPr dirty="0"/>
              <a:t> </a:t>
            </a:r>
            <a:r>
              <a:rPr dirty="0" err="1"/>
              <a:t>초원·목장·숲길·말과</a:t>
            </a:r>
            <a:r>
              <a:rPr dirty="0"/>
              <a:t> </a:t>
            </a:r>
            <a:r>
              <a:rPr dirty="0" err="1"/>
              <a:t>기승자의</a:t>
            </a:r>
            <a:r>
              <a:rPr dirty="0"/>
              <a:t>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실루엣</a:t>
            </a:r>
            <a:r>
              <a:rPr dirty="0"/>
              <a:t>, </a:t>
            </a:r>
            <a:r>
              <a:rPr dirty="0" err="1"/>
              <a:t>텍스트와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UI </a:t>
            </a:r>
            <a:r>
              <a:rPr dirty="0" err="1"/>
              <a:t>없음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권장</a:t>
            </a:r>
            <a:r>
              <a:rPr dirty="0"/>
              <a:t> 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50초</a:t>
            </a:r>
          </a:p>
          <a:p>
            <a:endParaRPr dirty="0"/>
          </a:p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멘트</a:t>
            </a:r>
            <a:endParaRPr dirty="0"/>
          </a:p>
          <a:p>
            <a:r>
              <a:rPr lang="ko-KR" altLang="en-US" dirty="0"/>
              <a:t>옆에 말을 쳐다보다가 넘어져버렸습니다</a:t>
            </a:r>
            <a:r>
              <a:rPr dirty="0"/>
              <a:t>. </a:t>
            </a:r>
            <a:r>
              <a:rPr dirty="0" err="1"/>
              <a:t>결국</a:t>
            </a:r>
            <a:r>
              <a:rPr dirty="0"/>
              <a:t> </a:t>
            </a:r>
            <a:r>
              <a:rPr dirty="0" err="1"/>
              <a:t>옆집</a:t>
            </a:r>
            <a:r>
              <a:rPr dirty="0"/>
              <a:t> </a:t>
            </a:r>
            <a:r>
              <a:rPr dirty="0" err="1"/>
              <a:t>말에게</a:t>
            </a:r>
            <a:r>
              <a:rPr dirty="0"/>
              <a:t> </a:t>
            </a:r>
            <a:r>
              <a:rPr lang="ko-KR" altLang="en-US" dirty="0"/>
              <a:t>져버렸네요</a:t>
            </a:r>
            <a:r>
              <a:rPr dirty="0"/>
              <a:t>.</a:t>
            </a:r>
            <a:r>
              <a:rPr lang="en-US" dirty="0"/>
              <a:t> </a:t>
            </a:r>
            <a:r>
              <a:rPr dirty="0" err="1"/>
              <a:t>여기서</a:t>
            </a:r>
            <a:r>
              <a:rPr dirty="0"/>
              <a:t> </a:t>
            </a:r>
            <a:r>
              <a:rPr dirty="0" err="1"/>
              <a:t>플레이어는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해보고</a:t>
            </a:r>
            <a:r>
              <a:rPr dirty="0"/>
              <a:t> </a:t>
            </a:r>
            <a:r>
              <a:rPr dirty="0" err="1"/>
              <a:t>싶어집니다</a:t>
            </a:r>
            <a:r>
              <a:rPr dirty="0"/>
              <a:t>. </a:t>
            </a:r>
            <a:r>
              <a:rPr dirty="0" err="1"/>
              <a:t>다음에는</a:t>
            </a:r>
            <a:r>
              <a:rPr dirty="0"/>
              <a:t> </a:t>
            </a:r>
            <a:r>
              <a:rPr dirty="0" err="1"/>
              <a:t>장애물</a:t>
            </a:r>
            <a:r>
              <a:rPr dirty="0"/>
              <a:t> </a:t>
            </a:r>
            <a:r>
              <a:rPr dirty="0" err="1"/>
              <a:t>앞에서</a:t>
            </a:r>
            <a:r>
              <a:rPr dirty="0"/>
              <a:t> 더 잘 </a:t>
            </a:r>
            <a:r>
              <a:rPr dirty="0" err="1"/>
              <a:t>판단할</a:t>
            </a:r>
            <a:r>
              <a:rPr dirty="0"/>
              <a:t> </a:t>
            </a:r>
            <a:r>
              <a:rPr dirty="0" err="1"/>
              <a:t>수도</a:t>
            </a:r>
            <a:r>
              <a:rPr dirty="0"/>
              <a:t> </a:t>
            </a:r>
            <a:r>
              <a:rPr dirty="0" err="1"/>
              <a:t>있고</a:t>
            </a:r>
            <a:r>
              <a:rPr dirty="0"/>
              <a:t>, 내 </a:t>
            </a:r>
            <a:r>
              <a:rPr dirty="0" err="1"/>
              <a:t>말을</a:t>
            </a:r>
            <a:r>
              <a:rPr dirty="0"/>
              <a:t> 더 잘 </a:t>
            </a:r>
            <a:r>
              <a:rPr dirty="0" err="1"/>
              <a:t>키워서</a:t>
            </a:r>
            <a:r>
              <a:rPr dirty="0"/>
              <a:t> </a:t>
            </a:r>
            <a:r>
              <a:rPr dirty="0" err="1"/>
              <a:t>도전할</a:t>
            </a:r>
            <a:r>
              <a:rPr dirty="0"/>
              <a:t> </a:t>
            </a:r>
            <a:r>
              <a:rPr dirty="0" err="1"/>
              <a:t>수도</a:t>
            </a:r>
            <a:r>
              <a:rPr dirty="0"/>
              <a:t> </a:t>
            </a:r>
            <a:r>
              <a:rPr dirty="0" err="1"/>
              <a:t>있겠죠</a:t>
            </a:r>
            <a:r>
              <a:rPr dirty="0"/>
              <a:t>. </a:t>
            </a:r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게임에서는</a:t>
            </a:r>
            <a:r>
              <a:rPr dirty="0"/>
              <a:t> </a:t>
            </a:r>
            <a:r>
              <a:rPr dirty="0" err="1"/>
              <a:t>말의</a:t>
            </a:r>
            <a:r>
              <a:rPr dirty="0"/>
              <a:t> </a:t>
            </a:r>
            <a:r>
              <a:rPr dirty="0" err="1"/>
              <a:t>성장과</a:t>
            </a:r>
            <a:r>
              <a:rPr dirty="0"/>
              <a:t> </a:t>
            </a:r>
            <a:r>
              <a:rPr dirty="0" err="1"/>
              <a:t>플레이어의</a:t>
            </a:r>
            <a:r>
              <a:rPr dirty="0"/>
              <a:t> </a:t>
            </a:r>
            <a:r>
              <a:rPr dirty="0" err="1"/>
              <a:t>승마</a:t>
            </a:r>
            <a:r>
              <a:rPr dirty="0"/>
              <a:t> </a:t>
            </a:r>
            <a:r>
              <a:rPr dirty="0" err="1"/>
              <a:t>실력이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재미를</a:t>
            </a:r>
            <a:r>
              <a:rPr dirty="0"/>
              <a:t> </a:t>
            </a:r>
            <a:r>
              <a:rPr dirty="0" err="1"/>
              <a:t>만들기를</a:t>
            </a:r>
            <a:r>
              <a:rPr dirty="0"/>
              <a:t> </a:t>
            </a:r>
            <a:r>
              <a:rPr dirty="0" err="1"/>
              <a:t>원합니다</a:t>
            </a:r>
            <a:r>
              <a:rPr dirty="0"/>
              <a:t>. </a:t>
            </a:r>
            <a:r>
              <a:rPr dirty="0" err="1"/>
              <a:t>그리고</a:t>
            </a:r>
            <a:r>
              <a:rPr dirty="0"/>
              <a:t> </a:t>
            </a:r>
            <a:r>
              <a:rPr dirty="0" err="1"/>
              <a:t>여기서</a:t>
            </a:r>
            <a:r>
              <a:rPr dirty="0"/>
              <a:t> </a:t>
            </a:r>
            <a:r>
              <a:rPr dirty="0" err="1"/>
              <a:t>생각해봅니다</a:t>
            </a:r>
            <a:r>
              <a:rPr dirty="0"/>
              <a:t>. </a:t>
            </a:r>
            <a:r>
              <a:rPr dirty="0" err="1"/>
              <a:t>나는</a:t>
            </a:r>
            <a:r>
              <a:rPr dirty="0"/>
              <a:t> </a:t>
            </a:r>
            <a:r>
              <a:rPr dirty="0" err="1"/>
              <a:t>말순이를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돌봐줬지</a:t>
            </a:r>
            <a:r>
              <a:rPr dirty="0"/>
              <a:t>? </a:t>
            </a:r>
            <a:r>
              <a:rPr dirty="0" err="1"/>
              <a:t>사실</a:t>
            </a:r>
            <a:r>
              <a:rPr dirty="0"/>
              <a:t> </a:t>
            </a:r>
            <a:r>
              <a:rPr dirty="0" err="1"/>
              <a:t>만나자마자</a:t>
            </a:r>
            <a:r>
              <a:rPr dirty="0"/>
              <a:t> </a:t>
            </a:r>
            <a:r>
              <a:rPr dirty="0" err="1"/>
              <a:t>타고</a:t>
            </a:r>
            <a:r>
              <a:rPr dirty="0"/>
              <a:t> </a:t>
            </a:r>
            <a:r>
              <a:rPr dirty="0" err="1"/>
              <a:t>나왔습니다</a:t>
            </a:r>
            <a:r>
              <a:rPr dirty="0"/>
              <a:t>. </a:t>
            </a:r>
            <a:r>
              <a:rPr dirty="0" err="1"/>
              <a:t>일단</a:t>
            </a:r>
            <a:r>
              <a:rPr dirty="0"/>
              <a:t> </a:t>
            </a:r>
            <a:r>
              <a:rPr dirty="0" err="1"/>
              <a:t>마을로</a:t>
            </a:r>
            <a:r>
              <a:rPr dirty="0"/>
              <a:t> </a:t>
            </a:r>
            <a:r>
              <a:rPr dirty="0" err="1"/>
              <a:t>돌아가겠습니다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진행</a:t>
            </a:r>
            <a:endParaRPr dirty="0"/>
          </a:p>
          <a:p>
            <a:r>
              <a:rPr dirty="0" err="1"/>
              <a:t>패배</a:t>
            </a:r>
            <a:r>
              <a:rPr dirty="0"/>
              <a:t> 후 1초 </a:t>
            </a:r>
            <a:r>
              <a:rPr dirty="0" err="1"/>
              <a:t>쉬고</a:t>
            </a:r>
            <a:r>
              <a:rPr dirty="0"/>
              <a:t> </a:t>
            </a:r>
            <a:r>
              <a:rPr dirty="0" err="1"/>
              <a:t>농담합니다</a:t>
            </a:r>
            <a:r>
              <a:rPr dirty="0"/>
              <a:t>. </a:t>
            </a:r>
            <a:r>
              <a:rPr dirty="0" err="1"/>
              <a:t>승패는</a:t>
            </a:r>
            <a:r>
              <a:rPr dirty="0"/>
              <a:t> </a:t>
            </a:r>
            <a:r>
              <a:rPr dirty="0" err="1"/>
              <a:t>가상</a:t>
            </a:r>
            <a:r>
              <a:rPr dirty="0"/>
              <a:t> </a:t>
            </a:r>
            <a:r>
              <a:rPr dirty="0" err="1"/>
              <a:t>이야기이며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밸런스나</a:t>
            </a:r>
            <a:r>
              <a:rPr dirty="0"/>
              <a:t> </a:t>
            </a:r>
            <a:r>
              <a:rPr dirty="0" err="1"/>
              <a:t>성장</a:t>
            </a:r>
            <a:r>
              <a:rPr dirty="0"/>
              <a:t> </a:t>
            </a:r>
            <a:r>
              <a:rPr dirty="0" err="1"/>
              <a:t>수치를</a:t>
            </a:r>
            <a:r>
              <a:rPr dirty="0"/>
              <a:t> </a:t>
            </a:r>
            <a:r>
              <a:rPr dirty="0" err="1"/>
              <a:t>주장하지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넣을</a:t>
            </a:r>
            <a:r>
              <a:rPr dirty="0"/>
              <a:t> </a:t>
            </a:r>
            <a:r>
              <a:rPr dirty="0" err="1"/>
              <a:t>사진</a:t>
            </a:r>
            <a:endParaRPr dirty="0"/>
          </a:p>
          <a:p>
            <a:r>
              <a:rPr dirty="0" err="1"/>
              <a:t>장애물</a:t>
            </a:r>
            <a:r>
              <a:rPr dirty="0"/>
              <a:t> </a:t>
            </a:r>
            <a:r>
              <a:rPr dirty="0" err="1"/>
              <a:t>앞에서</a:t>
            </a:r>
            <a:r>
              <a:rPr dirty="0"/>
              <a:t> </a:t>
            </a:r>
            <a:r>
              <a:rPr dirty="0" err="1"/>
              <a:t>타이밍을</a:t>
            </a:r>
            <a:r>
              <a:rPr dirty="0"/>
              <a:t> </a:t>
            </a:r>
            <a:r>
              <a:rPr dirty="0" err="1"/>
              <a:t>놓친</a:t>
            </a:r>
            <a:r>
              <a:rPr dirty="0"/>
              <a:t> </a:t>
            </a:r>
            <a:r>
              <a:rPr dirty="0" err="1"/>
              <a:t>장면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상대에게</a:t>
            </a:r>
            <a:r>
              <a:rPr dirty="0"/>
              <a:t> </a:t>
            </a:r>
            <a:r>
              <a:rPr dirty="0" err="1"/>
              <a:t>뒤처진</a:t>
            </a:r>
            <a:r>
              <a:rPr dirty="0"/>
              <a:t> </a:t>
            </a:r>
            <a:r>
              <a:rPr dirty="0" err="1"/>
              <a:t>모습</a:t>
            </a:r>
            <a:r>
              <a:rPr dirty="0"/>
              <a:t>. 9장에서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장애물을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보여주면</a:t>
            </a:r>
            <a:r>
              <a:rPr dirty="0"/>
              <a:t> </a:t>
            </a:r>
            <a:r>
              <a:rPr dirty="0" err="1"/>
              <a:t>좋습니다</a:t>
            </a:r>
            <a:r>
              <a:rPr dirty="0"/>
              <a:t>.</a:t>
            </a:r>
          </a:p>
          <a:p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상자와</a:t>
            </a:r>
            <a:r>
              <a:rPr dirty="0"/>
              <a:t> 두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삭제하고</a:t>
            </a:r>
            <a:r>
              <a:rPr dirty="0"/>
              <a:t> </a:t>
            </a:r>
            <a:r>
              <a:rPr dirty="0" err="1"/>
              <a:t>액자</a:t>
            </a:r>
            <a:r>
              <a:rPr dirty="0"/>
              <a:t>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사진을</a:t>
            </a:r>
            <a:r>
              <a:rPr dirty="0"/>
              <a:t> </a:t>
            </a:r>
            <a:r>
              <a:rPr dirty="0" err="1"/>
              <a:t>배치합니다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그림은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두면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근거</a:t>
            </a:r>
            <a:endParaRPr dirty="0"/>
          </a:p>
          <a:p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기획서</a:t>
            </a:r>
            <a:r>
              <a:rPr dirty="0"/>
              <a:t> 6장 </a:t>
            </a:r>
            <a:r>
              <a:rPr dirty="0" err="1"/>
              <a:t>육성</a:t>
            </a:r>
            <a:r>
              <a:rPr dirty="0"/>
              <a:t>, 8장 </a:t>
            </a:r>
            <a:r>
              <a:rPr dirty="0" err="1"/>
              <a:t>장애물과</a:t>
            </a:r>
            <a:r>
              <a:rPr dirty="0"/>
              <a:t> </a:t>
            </a:r>
            <a:r>
              <a:rPr dirty="0" err="1"/>
              <a:t>승마</a:t>
            </a:r>
            <a:r>
              <a:rPr dirty="0"/>
              <a:t> </a:t>
            </a:r>
            <a:r>
              <a:rPr dirty="0" err="1"/>
              <a:t>감각</a:t>
            </a:r>
            <a:r>
              <a:rPr dirty="0"/>
              <a:t>. </a:t>
            </a:r>
            <a:r>
              <a:rPr dirty="0" err="1"/>
              <a:t>패배는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가상</a:t>
            </a:r>
            <a:r>
              <a:rPr dirty="0"/>
              <a:t> </a:t>
            </a:r>
            <a:r>
              <a:rPr dirty="0" err="1"/>
              <a:t>상황</a:t>
            </a:r>
            <a:r>
              <a:rPr dirty="0"/>
              <a:t>.</a:t>
            </a:r>
          </a:p>
          <a:p>
            <a:r>
              <a:rPr dirty="0" err="1"/>
              <a:t>원본</a:t>
            </a:r>
            <a:r>
              <a:rPr dirty="0"/>
              <a:t>: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「졸업을해보자.pptx」. </a:t>
            </a:r>
            <a:r>
              <a:rPr dirty="0" err="1"/>
              <a:t>말순이와</a:t>
            </a:r>
            <a:r>
              <a:rPr dirty="0"/>
              <a:t> </a:t>
            </a:r>
            <a:r>
              <a:rPr dirty="0" err="1"/>
              <a:t>옆집</a:t>
            </a:r>
            <a:r>
              <a:rPr dirty="0"/>
              <a:t> </a:t>
            </a:r>
            <a:r>
              <a:rPr dirty="0" err="1"/>
              <a:t>말은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가상</a:t>
            </a:r>
            <a:r>
              <a:rPr dirty="0"/>
              <a:t> </a:t>
            </a:r>
            <a:r>
              <a:rPr dirty="0" err="1"/>
              <a:t>이야기입니다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</a:t>
            </a:r>
            <a:endParaRPr dirty="0"/>
          </a:p>
          <a:p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도구로</a:t>
            </a:r>
            <a:r>
              <a:rPr dirty="0"/>
              <a:t> </a:t>
            </a:r>
            <a:r>
              <a:rPr dirty="0" err="1"/>
              <a:t>제작한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자연·승마</a:t>
            </a:r>
            <a:r>
              <a:rPr dirty="0"/>
              <a:t> </a:t>
            </a:r>
            <a:r>
              <a:rPr dirty="0" err="1"/>
              <a:t>분위기</a:t>
            </a:r>
            <a:r>
              <a:rPr dirty="0"/>
              <a:t> </a:t>
            </a:r>
            <a:r>
              <a:rPr dirty="0" err="1"/>
              <a:t>배경입니다</a:t>
            </a:r>
            <a:r>
              <a:rPr dirty="0"/>
              <a:t>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화면이</a:t>
            </a:r>
            <a:r>
              <a:rPr dirty="0"/>
              <a:t> </a:t>
            </a:r>
            <a:r>
              <a:rPr dirty="0" err="1"/>
              <a:t>아닙니다</a:t>
            </a:r>
            <a:r>
              <a:rPr dirty="0"/>
              <a:t>. trail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제작</a:t>
            </a:r>
            <a:r>
              <a:rPr dirty="0"/>
              <a:t> </a:t>
            </a:r>
            <a:r>
              <a:rPr dirty="0" err="1"/>
              <a:t>지시</a:t>
            </a:r>
            <a:r>
              <a:rPr dirty="0"/>
              <a:t>: 16:9 </a:t>
            </a:r>
            <a:r>
              <a:rPr dirty="0" err="1"/>
              <a:t>판타지</a:t>
            </a:r>
            <a:r>
              <a:rPr dirty="0"/>
              <a:t> </a:t>
            </a:r>
            <a:r>
              <a:rPr dirty="0" err="1"/>
              <a:t>승마</a:t>
            </a:r>
            <a:r>
              <a:rPr dirty="0"/>
              <a:t> </a:t>
            </a:r>
            <a:r>
              <a:rPr dirty="0" err="1"/>
              <a:t>게임의</a:t>
            </a:r>
            <a:r>
              <a:rPr dirty="0"/>
              <a:t> </a:t>
            </a:r>
            <a:r>
              <a:rPr dirty="0" err="1"/>
              <a:t>회화적인</a:t>
            </a:r>
            <a:r>
              <a:rPr dirty="0"/>
              <a:t>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그림</a:t>
            </a:r>
            <a:r>
              <a:rPr dirty="0"/>
              <a:t>, </a:t>
            </a:r>
            <a:r>
              <a:rPr dirty="0" err="1"/>
              <a:t>상단과</a:t>
            </a:r>
            <a:r>
              <a:rPr dirty="0"/>
              <a:t> </a:t>
            </a:r>
            <a:r>
              <a:rPr dirty="0" err="1"/>
              <a:t>왼쪽에는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여백</a:t>
            </a:r>
            <a:r>
              <a:rPr dirty="0"/>
              <a:t>, </a:t>
            </a:r>
            <a:r>
              <a:rPr dirty="0" err="1"/>
              <a:t>하단과</a:t>
            </a:r>
            <a:r>
              <a:rPr dirty="0"/>
              <a:t> </a:t>
            </a:r>
            <a:r>
              <a:rPr dirty="0" err="1"/>
              <a:t>오른쪽에</a:t>
            </a:r>
            <a:r>
              <a:rPr dirty="0"/>
              <a:t> </a:t>
            </a:r>
            <a:r>
              <a:rPr dirty="0" err="1"/>
              <a:t>초원·목장·숲길·말과</a:t>
            </a:r>
            <a:r>
              <a:rPr dirty="0"/>
              <a:t> </a:t>
            </a:r>
            <a:r>
              <a:rPr dirty="0" err="1"/>
              <a:t>기승자의</a:t>
            </a:r>
            <a:r>
              <a:rPr dirty="0"/>
              <a:t>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실루엣</a:t>
            </a:r>
            <a:r>
              <a:rPr dirty="0"/>
              <a:t>, </a:t>
            </a:r>
            <a:r>
              <a:rPr dirty="0" err="1"/>
              <a:t>텍스트와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UI </a:t>
            </a:r>
            <a:r>
              <a:rPr dirty="0" err="1"/>
              <a:t>없음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권장</a:t>
            </a:r>
            <a:r>
              <a:rPr dirty="0"/>
              <a:t> 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55초</a:t>
            </a:r>
          </a:p>
          <a:p>
            <a:endParaRPr dirty="0"/>
          </a:p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멘트</a:t>
            </a:r>
            <a:endParaRPr dirty="0"/>
          </a:p>
          <a:p>
            <a:r>
              <a:rPr dirty="0" err="1"/>
              <a:t>마을에</a:t>
            </a:r>
            <a:r>
              <a:rPr dirty="0"/>
              <a:t> </a:t>
            </a:r>
            <a:r>
              <a:rPr dirty="0" err="1"/>
              <a:t>돌아왔습니다</a:t>
            </a:r>
            <a:r>
              <a:rPr dirty="0"/>
              <a:t>. </a:t>
            </a:r>
            <a:r>
              <a:rPr dirty="0" err="1"/>
              <a:t>생각해보니까</a:t>
            </a:r>
            <a:r>
              <a:rPr dirty="0"/>
              <a:t> </a:t>
            </a:r>
            <a:r>
              <a:rPr dirty="0" err="1"/>
              <a:t>저는</a:t>
            </a:r>
            <a:r>
              <a:rPr dirty="0"/>
              <a:t> </a:t>
            </a:r>
            <a:r>
              <a:rPr dirty="0" err="1"/>
              <a:t>말순이를</a:t>
            </a:r>
            <a:r>
              <a:rPr dirty="0"/>
              <a:t> </a:t>
            </a:r>
            <a:r>
              <a:rPr dirty="0" err="1"/>
              <a:t>만나자마자</a:t>
            </a:r>
            <a:r>
              <a:rPr dirty="0"/>
              <a:t> </a:t>
            </a:r>
            <a:r>
              <a:rPr dirty="0" err="1"/>
              <a:t>타고</a:t>
            </a:r>
            <a:r>
              <a:rPr dirty="0"/>
              <a:t> </a:t>
            </a:r>
            <a:r>
              <a:rPr dirty="0" err="1"/>
              <a:t>나왔습니다</a:t>
            </a:r>
            <a:r>
              <a:rPr dirty="0"/>
              <a:t>. </a:t>
            </a:r>
            <a:r>
              <a:rPr dirty="0" err="1"/>
              <a:t>밥도</a:t>
            </a:r>
            <a:r>
              <a:rPr dirty="0"/>
              <a:t> 안 </a:t>
            </a:r>
            <a:r>
              <a:rPr lang="ko-KR" altLang="en-US" dirty="0"/>
              <a:t>주고 냅다 달리라고 시키니</a:t>
            </a:r>
            <a:r>
              <a:rPr lang="en-US" altLang="ko-KR" dirty="0"/>
              <a:t>, </a:t>
            </a:r>
            <a:r>
              <a:rPr lang="ko-KR" altLang="en-US" dirty="0"/>
              <a:t>제가 </a:t>
            </a:r>
            <a:r>
              <a:rPr lang="ko-KR" altLang="en-US" dirty="0" err="1"/>
              <a:t>문제였던거죠</a:t>
            </a:r>
            <a:r>
              <a:rPr dirty="0"/>
              <a:t>. </a:t>
            </a:r>
            <a:r>
              <a:rPr dirty="0" err="1"/>
              <a:t>마을은</a:t>
            </a:r>
            <a:r>
              <a:rPr dirty="0"/>
              <a:t> </a:t>
            </a:r>
            <a:r>
              <a:rPr dirty="0" err="1"/>
              <a:t>말의</a:t>
            </a:r>
            <a:r>
              <a:rPr dirty="0"/>
              <a:t> </a:t>
            </a:r>
            <a:r>
              <a:rPr dirty="0" err="1"/>
              <a:t>성장과</a:t>
            </a:r>
            <a:r>
              <a:rPr dirty="0"/>
              <a:t> </a:t>
            </a:r>
            <a:r>
              <a:rPr dirty="0" err="1"/>
              <a:t>관리가</a:t>
            </a:r>
            <a:r>
              <a:rPr dirty="0"/>
              <a:t> </a:t>
            </a:r>
            <a:r>
              <a:rPr dirty="0" err="1"/>
              <a:t>이루어지는</a:t>
            </a:r>
            <a:r>
              <a:rPr dirty="0"/>
              <a:t> </a:t>
            </a:r>
            <a:r>
              <a:rPr dirty="0" err="1"/>
              <a:t>중심</a:t>
            </a:r>
            <a:r>
              <a:rPr dirty="0"/>
              <a:t> </a:t>
            </a:r>
            <a:r>
              <a:rPr dirty="0" err="1"/>
              <a:t>공간입니다</a:t>
            </a:r>
            <a:r>
              <a:rPr dirty="0"/>
              <a:t>. </a:t>
            </a:r>
            <a:r>
              <a:rPr dirty="0" err="1"/>
              <a:t>여기서</a:t>
            </a:r>
            <a:r>
              <a:rPr dirty="0"/>
              <a:t> </a:t>
            </a:r>
            <a:r>
              <a:rPr dirty="0" err="1"/>
              <a:t>먹이를</a:t>
            </a:r>
            <a:r>
              <a:rPr dirty="0"/>
              <a:t> </a:t>
            </a:r>
            <a:r>
              <a:rPr dirty="0" err="1"/>
              <a:t>주고</a:t>
            </a:r>
            <a:r>
              <a:rPr dirty="0"/>
              <a:t> </a:t>
            </a:r>
            <a:r>
              <a:rPr dirty="0" err="1"/>
              <a:t>말과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상호작용합니다</a:t>
            </a:r>
            <a:r>
              <a:rPr dirty="0"/>
              <a:t>. </a:t>
            </a:r>
            <a:r>
              <a:rPr dirty="0" err="1"/>
              <a:t>말순이를</a:t>
            </a:r>
            <a:r>
              <a:rPr dirty="0"/>
              <a:t> </a:t>
            </a:r>
            <a:r>
              <a:rPr dirty="0" err="1"/>
              <a:t>돌보면서</a:t>
            </a:r>
            <a:r>
              <a:rPr dirty="0"/>
              <a:t> </a:t>
            </a:r>
            <a:r>
              <a:rPr dirty="0" err="1"/>
              <a:t>같이</a:t>
            </a:r>
            <a:r>
              <a:rPr dirty="0"/>
              <a:t> </a:t>
            </a:r>
            <a:r>
              <a:rPr dirty="0" err="1"/>
              <a:t>시간을</a:t>
            </a:r>
            <a:r>
              <a:rPr dirty="0"/>
              <a:t> </a:t>
            </a:r>
            <a:r>
              <a:rPr dirty="0" err="1"/>
              <a:t>보내는</a:t>
            </a:r>
            <a:r>
              <a:rPr dirty="0"/>
              <a:t> </a:t>
            </a:r>
            <a:r>
              <a:rPr dirty="0" err="1"/>
              <a:t>거죠</a:t>
            </a:r>
            <a:r>
              <a:rPr dirty="0"/>
              <a:t>. </a:t>
            </a:r>
            <a:r>
              <a:rPr dirty="0" err="1"/>
              <a:t>계속</a:t>
            </a:r>
            <a:r>
              <a:rPr dirty="0"/>
              <a:t> </a:t>
            </a:r>
            <a:r>
              <a:rPr dirty="0" err="1"/>
              <a:t>돌보다</a:t>
            </a:r>
            <a:r>
              <a:rPr dirty="0"/>
              <a:t> </a:t>
            </a:r>
            <a:r>
              <a:rPr dirty="0" err="1"/>
              <a:t>보면</a:t>
            </a:r>
            <a:r>
              <a:rPr dirty="0"/>
              <a:t> </a:t>
            </a:r>
            <a:r>
              <a:rPr dirty="0" err="1"/>
              <a:t>얘가</a:t>
            </a:r>
            <a:r>
              <a:rPr dirty="0"/>
              <a:t> </a:t>
            </a:r>
            <a:r>
              <a:rPr dirty="0" err="1"/>
              <a:t>조금씩</a:t>
            </a:r>
            <a:r>
              <a:rPr dirty="0"/>
              <a:t> 내 </a:t>
            </a:r>
            <a:r>
              <a:rPr dirty="0" err="1"/>
              <a:t>말처럼</a:t>
            </a:r>
            <a:r>
              <a:rPr dirty="0"/>
              <a:t> </a:t>
            </a:r>
            <a:r>
              <a:rPr dirty="0" err="1"/>
              <a:t>느껴질</a:t>
            </a:r>
            <a:r>
              <a:rPr lang="en-US" dirty="0"/>
              <a:t> </a:t>
            </a:r>
            <a:r>
              <a:rPr lang="ko-KR" altLang="en-US" dirty="0"/>
              <a:t>거고</a:t>
            </a:r>
            <a:r>
              <a:rPr lang="en-US" altLang="ko-KR" dirty="0"/>
              <a:t>, </a:t>
            </a:r>
            <a:r>
              <a:rPr lang="ko-KR" altLang="en-US" dirty="0"/>
              <a:t>옆에 다른 플레이어들에게 자랑도 </a:t>
            </a:r>
            <a:r>
              <a:rPr lang="ko-KR" altLang="en-US" dirty="0" err="1"/>
              <a:t>하고싶어질겁니다</a:t>
            </a:r>
            <a:r>
              <a:rPr dirty="0"/>
              <a:t>. </a:t>
            </a:r>
            <a:r>
              <a:rPr dirty="0" err="1"/>
              <a:t>저희는</a:t>
            </a:r>
            <a:r>
              <a:rPr dirty="0"/>
              <a:t> 이 </a:t>
            </a:r>
            <a:r>
              <a:rPr dirty="0" err="1"/>
              <a:t>애착이</a:t>
            </a:r>
            <a:r>
              <a:rPr dirty="0"/>
              <a:t> </a:t>
            </a:r>
            <a:r>
              <a:rPr dirty="0" err="1"/>
              <a:t>승마하는</a:t>
            </a:r>
            <a:r>
              <a:rPr dirty="0"/>
              <a:t> </a:t>
            </a:r>
            <a:r>
              <a:rPr dirty="0" err="1"/>
              <a:t>재미와</a:t>
            </a:r>
            <a:r>
              <a:rPr dirty="0"/>
              <a:t> </a:t>
            </a:r>
            <a:r>
              <a:rPr dirty="0" err="1"/>
              <a:t>이어지기를</a:t>
            </a:r>
            <a:r>
              <a:rPr dirty="0"/>
              <a:t> </a:t>
            </a:r>
            <a:r>
              <a:rPr dirty="0" err="1"/>
              <a:t>원합니다</a:t>
            </a:r>
            <a:r>
              <a:rPr dirty="0"/>
              <a:t>. </a:t>
            </a:r>
            <a:r>
              <a:rPr dirty="0" err="1"/>
              <a:t>그리고</a:t>
            </a:r>
            <a:r>
              <a:rPr dirty="0"/>
              <a:t> </a:t>
            </a:r>
            <a:r>
              <a:rPr dirty="0" err="1"/>
              <a:t>이제는</a:t>
            </a:r>
            <a:r>
              <a:rPr dirty="0"/>
              <a:t> </a:t>
            </a:r>
            <a:r>
              <a:rPr dirty="0" err="1"/>
              <a:t>밥만</a:t>
            </a:r>
            <a:r>
              <a:rPr dirty="0"/>
              <a:t> </a:t>
            </a:r>
            <a:r>
              <a:rPr dirty="0" err="1"/>
              <a:t>주고</a:t>
            </a:r>
            <a:r>
              <a:rPr dirty="0"/>
              <a:t> </a:t>
            </a:r>
            <a:r>
              <a:rPr dirty="0" err="1"/>
              <a:t>끝낼</a:t>
            </a:r>
            <a:r>
              <a:rPr dirty="0"/>
              <a:t> </a:t>
            </a:r>
            <a:r>
              <a:rPr dirty="0" err="1"/>
              <a:t>수가</a:t>
            </a:r>
            <a:r>
              <a:rPr dirty="0"/>
              <a:t> </a:t>
            </a:r>
            <a:r>
              <a:rPr dirty="0" err="1"/>
              <a:t>없습니다</a:t>
            </a:r>
            <a:r>
              <a:rPr dirty="0"/>
              <a:t>. </a:t>
            </a:r>
            <a:r>
              <a:rPr dirty="0" err="1"/>
              <a:t>다음</a:t>
            </a:r>
            <a:r>
              <a:rPr lang="en-US" dirty="0"/>
              <a:t> </a:t>
            </a:r>
            <a:r>
              <a:rPr lang="ko-KR" altLang="en-US" dirty="0"/>
              <a:t>경마에 나가면</a:t>
            </a:r>
            <a:r>
              <a:rPr dirty="0"/>
              <a:t> 좀 더 잘 </a:t>
            </a:r>
            <a:r>
              <a:rPr dirty="0" err="1"/>
              <a:t>달리고</a:t>
            </a:r>
            <a:r>
              <a:rPr dirty="0"/>
              <a:t> </a:t>
            </a:r>
            <a:r>
              <a:rPr dirty="0" err="1"/>
              <a:t>싶거든요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진행</a:t>
            </a:r>
            <a:endParaRPr dirty="0"/>
          </a:p>
          <a:p>
            <a:r>
              <a:rPr dirty="0" err="1"/>
              <a:t>밥을</a:t>
            </a:r>
            <a:r>
              <a:rPr dirty="0"/>
              <a:t> </a:t>
            </a:r>
            <a:r>
              <a:rPr dirty="0" err="1"/>
              <a:t>주지</a:t>
            </a:r>
            <a:r>
              <a:rPr dirty="0"/>
              <a:t> </a:t>
            </a:r>
            <a:r>
              <a:rPr dirty="0" err="1"/>
              <a:t>않아서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능력치가</a:t>
            </a:r>
            <a:r>
              <a:rPr dirty="0"/>
              <a:t> </a:t>
            </a:r>
            <a:r>
              <a:rPr dirty="0" err="1"/>
              <a:t>떨어졌다는</a:t>
            </a:r>
            <a:r>
              <a:rPr dirty="0"/>
              <a:t> </a:t>
            </a:r>
            <a:r>
              <a:rPr dirty="0" err="1"/>
              <a:t>식으로</a:t>
            </a:r>
            <a:r>
              <a:rPr dirty="0"/>
              <a:t> </a:t>
            </a:r>
            <a:r>
              <a:rPr dirty="0" err="1"/>
              <a:t>설명하지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 </a:t>
            </a:r>
            <a:r>
              <a:rPr dirty="0" err="1"/>
              <a:t>농담</a:t>
            </a:r>
            <a:r>
              <a:rPr dirty="0"/>
              <a:t> </a:t>
            </a:r>
            <a:r>
              <a:rPr dirty="0" err="1"/>
              <a:t>뒤에</a:t>
            </a:r>
            <a:r>
              <a:rPr dirty="0"/>
              <a:t> </a:t>
            </a:r>
            <a:r>
              <a:rPr dirty="0" err="1"/>
              <a:t>사육과</a:t>
            </a:r>
            <a:r>
              <a:rPr dirty="0"/>
              <a:t> </a:t>
            </a:r>
            <a:r>
              <a:rPr dirty="0" err="1"/>
              <a:t>애착의</a:t>
            </a:r>
            <a:r>
              <a:rPr dirty="0"/>
              <a:t> </a:t>
            </a:r>
            <a:r>
              <a:rPr dirty="0" err="1"/>
              <a:t>재미를</a:t>
            </a:r>
            <a:r>
              <a:rPr dirty="0"/>
              <a:t> </a:t>
            </a:r>
            <a:r>
              <a:rPr dirty="0" err="1"/>
              <a:t>설명합니다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넣을</a:t>
            </a:r>
            <a:r>
              <a:rPr dirty="0"/>
              <a:t> </a:t>
            </a:r>
            <a:r>
              <a:rPr dirty="0" err="1"/>
              <a:t>사진</a:t>
            </a:r>
            <a:endParaRPr dirty="0"/>
          </a:p>
          <a:p>
            <a:r>
              <a:rPr dirty="0" err="1"/>
              <a:t>플레이어가</a:t>
            </a:r>
            <a:r>
              <a:rPr dirty="0"/>
              <a:t> </a:t>
            </a:r>
            <a:r>
              <a:rPr dirty="0" err="1"/>
              <a:t>말에게</a:t>
            </a:r>
            <a:r>
              <a:rPr dirty="0"/>
              <a:t> </a:t>
            </a:r>
            <a:r>
              <a:rPr dirty="0" err="1"/>
              <a:t>먹이를</a:t>
            </a:r>
            <a:r>
              <a:rPr dirty="0"/>
              <a:t> </a:t>
            </a:r>
            <a:r>
              <a:rPr dirty="0" err="1"/>
              <a:t>주거나</a:t>
            </a:r>
            <a:r>
              <a:rPr dirty="0"/>
              <a:t> </a:t>
            </a:r>
            <a:r>
              <a:rPr dirty="0" err="1"/>
              <a:t>말과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상호작용하는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. </a:t>
            </a:r>
            <a:r>
              <a:rPr dirty="0" err="1"/>
              <a:t>말을</a:t>
            </a:r>
            <a:r>
              <a:rPr dirty="0"/>
              <a:t> </a:t>
            </a:r>
            <a:r>
              <a:rPr dirty="0" err="1"/>
              <a:t>돌보는</a:t>
            </a:r>
            <a:r>
              <a:rPr dirty="0"/>
              <a:t> </a:t>
            </a:r>
            <a:r>
              <a:rPr dirty="0" err="1"/>
              <a:t>행동이</a:t>
            </a:r>
            <a:r>
              <a:rPr dirty="0"/>
              <a:t> </a:t>
            </a:r>
            <a:r>
              <a:rPr dirty="0" err="1"/>
              <a:t>보이게</a:t>
            </a:r>
            <a:r>
              <a:rPr dirty="0"/>
              <a:t> </a:t>
            </a:r>
            <a:r>
              <a:rPr dirty="0" err="1"/>
              <a:t>선택합니다</a:t>
            </a:r>
            <a:r>
              <a:rPr dirty="0"/>
              <a:t>.</a:t>
            </a:r>
          </a:p>
          <a:p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상자와</a:t>
            </a:r>
            <a:r>
              <a:rPr dirty="0"/>
              <a:t> 두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삭제하고</a:t>
            </a:r>
            <a:r>
              <a:rPr dirty="0"/>
              <a:t> </a:t>
            </a:r>
            <a:r>
              <a:rPr dirty="0" err="1"/>
              <a:t>액자</a:t>
            </a:r>
            <a:r>
              <a:rPr dirty="0"/>
              <a:t>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사진을</a:t>
            </a:r>
            <a:r>
              <a:rPr dirty="0"/>
              <a:t> </a:t>
            </a:r>
            <a:r>
              <a:rPr dirty="0" err="1"/>
              <a:t>배치합니다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그림은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두면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근거</a:t>
            </a:r>
            <a:endParaRPr dirty="0"/>
          </a:p>
          <a:p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기획서</a:t>
            </a:r>
            <a:r>
              <a:rPr dirty="0"/>
              <a:t> 6장 </a:t>
            </a:r>
            <a:r>
              <a:rPr dirty="0" err="1"/>
              <a:t>마을의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, </a:t>
            </a:r>
            <a:r>
              <a:rPr dirty="0" err="1"/>
              <a:t>밥먹이기</a:t>
            </a:r>
            <a:r>
              <a:rPr dirty="0"/>
              <a:t> 및 </a:t>
            </a:r>
            <a:r>
              <a:rPr dirty="0" err="1"/>
              <a:t>직접적</a:t>
            </a:r>
            <a:r>
              <a:rPr dirty="0"/>
              <a:t> </a:t>
            </a:r>
            <a:r>
              <a:rPr dirty="0" err="1"/>
              <a:t>상호작용</a:t>
            </a:r>
            <a:r>
              <a:rPr dirty="0"/>
              <a:t>.</a:t>
            </a:r>
          </a:p>
          <a:p>
            <a:r>
              <a:rPr dirty="0" err="1"/>
              <a:t>원본</a:t>
            </a:r>
            <a:r>
              <a:rPr dirty="0"/>
              <a:t>: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「졸업을해보자.pptx」. </a:t>
            </a:r>
            <a:r>
              <a:rPr dirty="0" err="1"/>
              <a:t>말순이와</a:t>
            </a:r>
            <a:r>
              <a:rPr dirty="0"/>
              <a:t> </a:t>
            </a:r>
            <a:r>
              <a:rPr dirty="0" err="1"/>
              <a:t>옆집</a:t>
            </a:r>
            <a:r>
              <a:rPr dirty="0"/>
              <a:t> </a:t>
            </a:r>
            <a:r>
              <a:rPr dirty="0" err="1"/>
              <a:t>말은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가상</a:t>
            </a:r>
            <a:r>
              <a:rPr dirty="0"/>
              <a:t> </a:t>
            </a:r>
            <a:r>
              <a:rPr dirty="0" err="1"/>
              <a:t>이야기입니다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</a:t>
            </a:r>
            <a:endParaRPr dirty="0"/>
          </a:p>
          <a:p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도구로</a:t>
            </a:r>
            <a:r>
              <a:rPr dirty="0"/>
              <a:t> </a:t>
            </a:r>
            <a:r>
              <a:rPr dirty="0" err="1"/>
              <a:t>제작한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자연·승마</a:t>
            </a:r>
            <a:r>
              <a:rPr dirty="0"/>
              <a:t> </a:t>
            </a:r>
            <a:r>
              <a:rPr dirty="0" err="1"/>
              <a:t>분위기</a:t>
            </a:r>
            <a:r>
              <a:rPr dirty="0"/>
              <a:t> </a:t>
            </a:r>
            <a:r>
              <a:rPr dirty="0" err="1"/>
              <a:t>배경입니다</a:t>
            </a:r>
            <a:r>
              <a:rPr dirty="0"/>
              <a:t>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화면이</a:t>
            </a:r>
            <a:r>
              <a:rPr dirty="0"/>
              <a:t> </a:t>
            </a:r>
            <a:r>
              <a:rPr dirty="0" err="1"/>
              <a:t>아닙니다</a:t>
            </a:r>
            <a:r>
              <a:rPr dirty="0"/>
              <a:t>. village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제작</a:t>
            </a:r>
            <a:r>
              <a:rPr dirty="0"/>
              <a:t> </a:t>
            </a:r>
            <a:r>
              <a:rPr dirty="0" err="1"/>
              <a:t>지시</a:t>
            </a:r>
            <a:r>
              <a:rPr dirty="0"/>
              <a:t>: 16:9 </a:t>
            </a:r>
            <a:r>
              <a:rPr dirty="0" err="1"/>
              <a:t>판타지</a:t>
            </a:r>
            <a:r>
              <a:rPr dirty="0"/>
              <a:t> </a:t>
            </a:r>
            <a:r>
              <a:rPr dirty="0" err="1"/>
              <a:t>승마</a:t>
            </a:r>
            <a:r>
              <a:rPr dirty="0"/>
              <a:t> </a:t>
            </a:r>
            <a:r>
              <a:rPr dirty="0" err="1"/>
              <a:t>게임의</a:t>
            </a:r>
            <a:r>
              <a:rPr dirty="0"/>
              <a:t> </a:t>
            </a:r>
            <a:r>
              <a:rPr dirty="0" err="1"/>
              <a:t>회화적인</a:t>
            </a:r>
            <a:r>
              <a:rPr dirty="0"/>
              <a:t>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그림</a:t>
            </a:r>
            <a:r>
              <a:rPr dirty="0"/>
              <a:t>, </a:t>
            </a:r>
            <a:r>
              <a:rPr dirty="0" err="1"/>
              <a:t>상단과</a:t>
            </a:r>
            <a:r>
              <a:rPr dirty="0"/>
              <a:t> </a:t>
            </a:r>
            <a:r>
              <a:rPr dirty="0" err="1"/>
              <a:t>왼쪽에는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여백</a:t>
            </a:r>
            <a:r>
              <a:rPr dirty="0"/>
              <a:t>, </a:t>
            </a:r>
            <a:r>
              <a:rPr dirty="0" err="1"/>
              <a:t>하단과</a:t>
            </a:r>
            <a:r>
              <a:rPr dirty="0"/>
              <a:t> </a:t>
            </a:r>
            <a:r>
              <a:rPr dirty="0" err="1"/>
              <a:t>오른쪽에</a:t>
            </a:r>
            <a:r>
              <a:rPr dirty="0"/>
              <a:t> </a:t>
            </a:r>
            <a:r>
              <a:rPr dirty="0" err="1"/>
              <a:t>초원·목장·숲길·말과</a:t>
            </a:r>
            <a:r>
              <a:rPr dirty="0"/>
              <a:t> </a:t>
            </a:r>
            <a:r>
              <a:rPr dirty="0" err="1"/>
              <a:t>기승자의</a:t>
            </a:r>
            <a:r>
              <a:rPr dirty="0"/>
              <a:t>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실루엣</a:t>
            </a:r>
            <a:r>
              <a:rPr dirty="0"/>
              <a:t>, </a:t>
            </a:r>
            <a:r>
              <a:rPr dirty="0" err="1"/>
              <a:t>텍스트와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UI </a:t>
            </a:r>
            <a:r>
              <a:rPr dirty="0" err="1"/>
              <a:t>없음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권장</a:t>
            </a:r>
            <a:r>
              <a:rPr dirty="0"/>
              <a:t> 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60초</a:t>
            </a:r>
          </a:p>
          <a:p>
            <a:endParaRPr dirty="0"/>
          </a:p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멘트</a:t>
            </a:r>
            <a:endParaRPr dirty="0"/>
          </a:p>
          <a:p>
            <a:r>
              <a:rPr dirty="0" err="1"/>
              <a:t>옆집</a:t>
            </a:r>
            <a:r>
              <a:rPr dirty="0"/>
              <a:t> </a:t>
            </a:r>
            <a:r>
              <a:rPr dirty="0" err="1"/>
              <a:t>말한테</a:t>
            </a:r>
            <a:r>
              <a:rPr dirty="0"/>
              <a:t> 진 건 </a:t>
            </a:r>
            <a:r>
              <a:rPr dirty="0" err="1"/>
              <a:t>괜찮습니다</a:t>
            </a:r>
            <a:r>
              <a:rPr dirty="0"/>
              <a:t>. </a:t>
            </a:r>
            <a:r>
              <a:rPr lang="ko-KR" altLang="en-US" dirty="0"/>
              <a:t>그런데 옆 집 말이 절 보고 </a:t>
            </a:r>
            <a:r>
              <a:rPr lang="ko-KR" altLang="en-US" dirty="0" err="1"/>
              <a:t>비웃은게</a:t>
            </a:r>
            <a:r>
              <a:rPr lang="ko-KR" altLang="en-US" dirty="0"/>
              <a:t> 너무 화나네요</a:t>
            </a:r>
            <a:r>
              <a:rPr dirty="0"/>
              <a:t>. </a:t>
            </a:r>
            <a:r>
              <a:rPr dirty="0" err="1"/>
              <a:t>이제</a:t>
            </a:r>
            <a:r>
              <a:rPr dirty="0"/>
              <a:t> </a:t>
            </a:r>
            <a:r>
              <a:rPr dirty="0" err="1"/>
              <a:t>말순이를</a:t>
            </a:r>
            <a:r>
              <a:rPr dirty="0"/>
              <a:t> </a:t>
            </a:r>
            <a:r>
              <a:rPr dirty="0" err="1"/>
              <a:t>제대로</a:t>
            </a:r>
            <a:r>
              <a:rPr dirty="0"/>
              <a:t> </a:t>
            </a:r>
            <a:r>
              <a:rPr dirty="0" err="1"/>
              <a:t>키워보겠습니다</a:t>
            </a:r>
            <a:r>
              <a:rPr dirty="0"/>
              <a:t>. </a:t>
            </a:r>
            <a:r>
              <a:rPr lang="ko-KR" altLang="en-US" dirty="0"/>
              <a:t>말에게 밥을 주고</a:t>
            </a:r>
            <a:r>
              <a:rPr lang="en-US" altLang="ko-KR" dirty="0"/>
              <a:t>, </a:t>
            </a:r>
            <a:r>
              <a:rPr lang="ko-KR" altLang="en-US" dirty="0"/>
              <a:t>훈련을 </a:t>
            </a:r>
            <a:r>
              <a:rPr lang="ko-KR" altLang="en-US" dirty="0" err="1"/>
              <a:t>하다보면</a:t>
            </a:r>
            <a:r>
              <a:rPr lang="ko-KR" altLang="en-US" dirty="0"/>
              <a:t> </a:t>
            </a:r>
            <a:r>
              <a:rPr dirty="0" err="1"/>
              <a:t>말의</a:t>
            </a:r>
            <a:r>
              <a:rPr dirty="0"/>
              <a:t> </a:t>
            </a:r>
            <a:r>
              <a:rPr dirty="0" err="1"/>
              <a:t>능력을</a:t>
            </a:r>
            <a:r>
              <a:rPr lang="ko-KR" altLang="en-US" dirty="0"/>
              <a:t> 키울 수 있습니다</a:t>
            </a:r>
            <a:r>
              <a:rPr dirty="0"/>
              <a:t>. </a:t>
            </a:r>
            <a:r>
              <a:rPr dirty="0" err="1"/>
              <a:t>내가</a:t>
            </a:r>
            <a:r>
              <a:rPr dirty="0"/>
              <a:t> </a:t>
            </a:r>
            <a:r>
              <a:rPr dirty="0" err="1"/>
              <a:t>돌보고</a:t>
            </a:r>
            <a:r>
              <a:rPr dirty="0"/>
              <a:t> </a:t>
            </a:r>
            <a:r>
              <a:rPr dirty="0" err="1"/>
              <a:t>선택한</a:t>
            </a:r>
            <a:r>
              <a:rPr dirty="0"/>
              <a:t> </a:t>
            </a:r>
            <a:r>
              <a:rPr dirty="0" err="1"/>
              <a:t>결과가</a:t>
            </a:r>
            <a:r>
              <a:rPr dirty="0"/>
              <a:t> </a:t>
            </a:r>
            <a:r>
              <a:rPr dirty="0" err="1"/>
              <a:t>말의</a:t>
            </a:r>
            <a:r>
              <a:rPr dirty="0"/>
              <a:t> </a:t>
            </a:r>
            <a:r>
              <a:rPr dirty="0" err="1"/>
              <a:t>성장으로</a:t>
            </a:r>
            <a:r>
              <a:rPr dirty="0"/>
              <a:t> </a:t>
            </a:r>
            <a:r>
              <a:rPr dirty="0" err="1"/>
              <a:t>이어지고</a:t>
            </a:r>
            <a:r>
              <a:rPr dirty="0"/>
              <a:t>, 그 </a:t>
            </a:r>
            <a:r>
              <a:rPr dirty="0" err="1"/>
              <a:t>말을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탔을</a:t>
            </a:r>
            <a:r>
              <a:rPr dirty="0"/>
              <a:t> 때 </a:t>
            </a:r>
            <a:r>
              <a:rPr dirty="0" err="1"/>
              <a:t>변화가</a:t>
            </a:r>
            <a:r>
              <a:rPr dirty="0"/>
              <a:t> </a:t>
            </a:r>
            <a:r>
              <a:rPr dirty="0" err="1"/>
              <a:t>느껴져야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</a:t>
            </a:r>
            <a:r>
              <a:rPr dirty="0" err="1"/>
              <a:t>그러면</a:t>
            </a:r>
            <a:r>
              <a:rPr dirty="0"/>
              <a:t> </a:t>
            </a:r>
            <a:r>
              <a:rPr dirty="0" err="1"/>
              <a:t>육성할</a:t>
            </a:r>
            <a:r>
              <a:rPr dirty="0"/>
              <a:t> </a:t>
            </a:r>
            <a:r>
              <a:rPr dirty="0" err="1"/>
              <a:t>이유도</a:t>
            </a:r>
            <a:r>
              <a:rPr dirty="0"/>
              <a:t> </a:t>
            </a:r>
            <a:r>
              <a:rPr dirty="0" err="1"/>
              <a:t>분명해집니다</a:t>
            </a:r>
            <a:r>
              <a:rPr dirty="0"/>
              <a:t>. </a:t>
            </a:r>
            <a:r>
              <a:rPr dirty="0" err="1"/>
              <a:t>아까</a:t>
            </a:r>
            <a:r>
              <a:rPr dirty="0"/>
              <a:t> </a:t>
            </a:r>
            <a:r>
              <a:rPr dirty="0" err="1"/>
              <a:t>아쉬웠던</a:t>
            </a:r>
            <a:r>
              <a:rPr dirty="0"/>
              <a:t> </a:t>
            </a:r>
            <a:r>
              <a:rPr dirty="0" err="1"/>
              <a:t>주행을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해보고</a:t>
            </a:r>
            <a:r>
              <a:rPr dirty="0"/>
              <a:t> </a:t>
            </a:r>
            <a:r>
              <a:rPr dirty="0" err="1"/>
              <a:t>싶어서</a:t>
            </a:r>
            <a:r>
              <a:rPr dirty="0"/>
              <a:t> </a:t>
            </a:r>
            <a:r>
              <a:rPr dirty="0" err="1"/>
              <a:t>키우는</a:t>
            </a:r>
            <a:r>
              <a:rPr dirty="0"/>
              <a:t> </a:t>
            </a:r>
            <a:r>
              <a:rPr dirty="0" err="1"/>
              <a:t>거죠</a:t>
            </a:r>
            <a:r>
              <a:rPr dirty="0"/>
              <a:t>. </a:t>
            </a:r>
            <a:r>
              <a:rPr lang="ko-KR" altLang="en-US" dirty="0"/>
              <a:t>이 시스템은 </a:t>
            </a:r>
            <a:r>
              <a:rPr dirty="0" err="1"/>
              <a:t>내가</a:t>
            </a:r>
            <a:r>
              <a:rPr dirty="0"/>
              <a:t> </a:t>
            </a:r>
            <a:r>
              <a:rPr dirty="0" err="1"/>
              <a:t>키운</a:t>
            </a:r>
            <a:r>
              <a:rPr dirty="0"/>
              <a:t> </a:t>
            </a:r>
            <a:r>
              <a:rPr dirty="0" err="1"/>
              <a:t>말의</a:t>
            </a:r>
            <a:r>
              <a:rPr dirty="0"/>
              <a:t> </a:t>
            </a:r>
            <a:r>
              <a:rPr lang="ko-KR" altLang="en-US" dirty="0"/>
              <a:t>사소한 </a:t>
            </a:r>
            <a:r>
              <a:rPr dirty="0" err="1"/>
              <a:t>변화</a:t>
            </a:r>
            <a:r>
              <a:rPr lang="ko-KR" altLang="en-US" dirty="0"/>
              <a:t>들을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느끼는</a:t>
            </a:r>
            <a:r>
              <a:rPr dirty="0"/>
              <a:t> </a:t>
            </a:r>
            <a:r>
              <a:rPr dirty="0" err="1"/>
              <a:t>경험</a:t>
            </a:r>
            <a:r>
              <a:rPr lang="ko-KR" altLang="en-US" dirty="0"/>
              <a:t>의 재미입니다</a:t>
            </a:r>
            <a:r>
              <a:rPr dirty="0"/>
              <a:t>. </a:t>
            </a:r>
            <a:r>
              <a:rPr dirty="0" err="1"/>
              <a:t>말순이도</a:t>
            </a:r>
            <a:r>
              <a:rPr dirty="0"/>
              <a:t> </a:t>
            </a:r>
            <a:r>
              <a:rPr dirty="0" err="1"/>
              <a:t>성장하고</a:t>
            </a:r>
            <a:r>
              <a:rPr lang="en-US" dirty="0"/>
              <a:t>, </a:t>
            </a:r>
            <a:r>
              <a:rPr lang="ko-KR" altLang="en-US" dirty="0"/>
              <a:t>이제 늠름하고 빨라졌습니다</a:t>
            </a:r>
            <a:r>
              <a:rPr lang="en-US" altLang="ko-KR" dirty="0"/>
              <a:t>. </a:t>
            </a:r>
            <a:r>
              <a:rPr dirty="0" err="1"/>
              <a:t>그런데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나갈</a:t>
            </a:r>
            <a:r>
              <a:rPr dirty="0"/>
              <a:t> </a:t>
            </a:r>
            <a:r>
              <a:rPr dirty="0" err="1"/>
              <a:t>준비를</a:t>
            </a:r>
            <a:r>
              <a:rPr dirty="0"/>
              <a:t> </a:t>
            </a:r>
            <a:r>
              <a:rPr dirty="0" err="1"/>
              <a:t>하다</a:t>
            </a:r>
            <a:r>
              <a:rPr dirty="0"/>
              <a:t> </a:t>
            </a:r>
            <a:r>
              <a:rPr dirty="0" err="1"/>
              <a:t>보니</a:t>
            </a:r>
            <a:r>
              <a:rPr dirty="0"/>
              <a:t> </a:t>
            </a:r>
            <a:r>
              <a:rPr dirty="0" err="1"/>
              <a:t>옆집</a:t>
            </a:r>
            <a:r>
              <a:rPr dirty="0"/>
              <a:t> </a:t>
            </a:r>
            <a:r>
              <a:rPr dirty="0" err="1"/>
              <a:t>말의</a:t>
            </a:r>
            <a:r>
              <a:rPr dirty="0"/>
              <a:t> </a:t>
            </a:r>
            <a:r>
              <a:rPr dirty="0" err="1"/>
              <a:t>장식이</a:t>
            </a:r>
            <a:r>
              <a:rPr dirty="0"/>
              <a:t> </a:t>
            </a:r>
            <a:r>
              <a:rPr dirty="0" err="1"/>
              <a:t>눈에</a:t>
            </a:r>
            <a:r>
              <a:rPr dirty="0"/>
              <a:t> </a:t>
            </a:r>
            <a:r>
              <a:rPr dirty="0" err="1"/>
              <a:t>들어옵니다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진행</a:t>
            </a:r>
            <a:endParaRPr dirty="0"/>
          </a:p>
          <a:p>
            <a:r>
              <a:rPr dirty="0" err="1"/>
              <a:t>원본에서</a:t>
            </a:r>
            <a:r>
              <a:rPr dirty="0"/>
              <a:t> </a:t>
            </a:r>
            <a:r>
              <a:rPr dirty="0" err="1"/>
              <a:t>정하지</a:t>
            </a:r>
            <a:r>
              <a:rPr dirty="0"/>
              <a:t> </a:t>
            </a:r>
            <a:r>
              <a:rPr dirty="0" err="1"/>
              <a:t>않은</a:t>
            </a:r>
            <a:r>
              <a:rPr dirty="0"/>
              <a:t> </a:t>
            </a:r>
            <a:r>
              <a:rPr dirty="0" err="1"/>
              <a:t>속도·점프·체력별</a:t>
            </a:r>
            <a:r>
              <a:rPr dirty="0"/>
              <a:t> </a:t>
            </a:r>
            <a:r>
              <a:rPr dirty="0" err="1"/>
              <a:t>육성</a:t>
            </a:r>
            <a:r>
              <a:rPr dirty="0"/>
              <a:t> </a:t>
            </a:r>
            <a:r>
              <a:rPr dirty="0" err="1"/>
              <a:t>방식이나</a:t>
            </a:r>
            <a:r>
              <a:rPr dirty="0"/>
              <a:t> </a:t>
            </a:r>
            <a:r>
              <a:rPr dirty="0" err="1"/>
              <a:t>수치를</a:t>
            </a:r>
            <a:r>
              <a:rPr dirty="0"/>
              <a:t> </a:t>
            </a:r>
            <a:r>
              <a:rPr dirty="0" err="1"/>
              <a:t>추가하지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정해진</a:t>
            </a:r>
            <a:r>
              <a:rPr dirty="0"/>
              <a:t> </a:t>
            </a:r>
            <a:r>
              <a:rPr dirty="0" err="1"/>
              <a:t>육성</a:t>
            </a:r>
            <a:r>
              <a:rPr dirty="0"/>
              <a:t> </a:t>
            </a:r>
            <a:r>
              <a:rPr dirty="0" err="1"/>
              <a:t>자료가</a:t>
            </a:r>
            <a:r>
              <a:rPr dirty="0"/>
              <a:t> </a:t>
            </a:r>
            <a:r>
              <a:rPr dirty="0" err="1"/>
              <a:t>있다면</a:t>
            </a:r>
            <a:r>
              <a:rPr dirty="0"/>
              <a:t> 이 </a:t>
            </a:r>
            <a:r>
              <a:rPr dirty="0" err="1"/>
              <a:t>장의</a:t>
            </a:r>
            <a:r>
              <a:rPr dirty="0"/>
              <a:t> </a:t>
            </a:r>
            <a:r>
              <a:rPr dirty="0" err="1"/>
              <a:t>사진으로</a:t>
            </a:r>
            <a:r>
              <a:rPr dirty="0"/>
              <a:t> </a:t>
            </a:r>
            <a:r>
              <a:rPr dirty="0" err="1"/>
              <a:t>보충합니다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넣을</a:t>
            </a:r>
            <a:r>
              <a:rPr dirty="0"/>
              <a:t> </a:t>
            </a:r>
            <a:r>
              <a:rPr dirty="0" err="1"/>
              <a:t>사진</a:t>
            </a:r>
            <a:endParaRPr dirty="0"/>
          </a:p>
          <a:p>
            <a:r>
              <a:rPr dirty="0" err="1"/>
              <a:t>육성과</a:t>
            </a:r>
            <a:r>
              <a:rPr dirty="0"/>
              <a:t> </a:t>
            </a:r>
            <a:r>
              <a:rPr dirty="0" err="1"/>
              <a:t>능력치</a:t>
            </a:r>
            <a:r>
              <a:rPr dirty="0"/>
              <a:t> </a:t>
            </a:r>
            <a:r>
              <a:rPr dirty="0" err="1"/>
              <a:t>향상을</a:t>
            </a:r>
            <a:r>
              <a:rPr dirty="0"/>
              <a:t> </a:t>
            </a:r>
            <a:r>
              <a:rPr dirty="0" err="1"/>
              <a:t>설명할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. </a:t>
            </a:r>
            <a:r>
              <a:rPr dirty="0" err="1"/>
              <a:t>성장</a:t>
            </a:r>
            <a:r>
              <a:rPr dirty="0"/>
              <a:t> </a:t>
            </a:r>
            <a:r>
              <a:rPr dirty="0" err="1"/>
              <a:t>전후</a:t>
            </a:r>
            <a:r>
              <a:rPr dirty="0"/>
              <a:t> </a:t>
            </a:r>
            <a:r>
              <a:rPr dirty="0" err="1"/>
              <a:t>이미지가</a:t>
            </a:r>
            <a:r>
              <a:rPr dirty="0"/>
              <a:t> </a:t>
            </a:r>
            <a:r>
              <a:rPr dirty="0" err="1"/>
              <a:t>있으면</a:t>
            </a:r>
            <a:r>
              <a:rPr dirty="0"/>
              <a:t> 이 </a:t>
            </a:r>
            <a:r>
              <a:rPr dirty="0" err="1"/>
              <a:t>공간에</a:t>
            </a:r>
            <a:r>
              <a:rPr dirty="0"/>
              <a:t> </a:t>
            </a:r>
            <a:r>
              <a:rPr dirty="0" err="1"/>
              <a:t>나란히</a:t>
            </a:r>
            <a:r>
              <a:rPr dirty="0"/>
              <a:t> </a:t>
            </a:r>
            <a:r>
              <a:rPr dirty="0" err="1"/>
              <a:t>넣어도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  <a:p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상자와</a:t>
            </a:r>
            <a:r>
              <a:rPr dirty="0"/>
              <a:t> 두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삭제하고</a:t>
            </a:r>
            <a:r>
              <a:rPr dirty="0"/>
              <a:t> </a:t>
            </a:r>
            <a:r>
              <a:rPr dirty="0" err="1"/>
              <a:t>액자</a:t>
            </a:r>
            <a:r>
              <a:rPr dirty="0"/>
              <a:t>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사진을</a:t>
            </a:r>
            <a:r>
              <a:rPr dirty="0"/>
              <a:t> </a:t>
            </a:r>
            <a:r>
              <a:rPr dirty="0" err="1"/>
              <a:t>배치합니다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그림은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두면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근거</a:t>
            </a:r>
            <a:endParaRPr dirty="0"/>
          </a:p>
          <a:p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기획서</a:t>
            </a:r>
            <a:r>
              <a:rPr dirty="0"/>
              <a:t> 6장 </a:t>
            </a:r>
            <a:r>
              <a:rPr dirty="0" err="1"/>
              <a:t>전략적</a:t>
            </a:r>
            <a:r>
              <a:rPr dirty="0"/>
              <a:t> </a:t>
            </a:r>
            <a:r>
              <a:rPr dirty="0" err="1"/>
              <a:t>선택을</a:t>
            </a:r>
            <a:r>
              <a:rPr dirty="0"/>
              <a:t> </a:t>
            </a:r>
            <a:r>
              <a:rPr dirty="0" err="1"/>
              <a:t>통한</a:t>
            </a:r>
            <a:r>
              <a:rPr dirty="0"/>
              <a:t> </a:t>
            </a:r>
            <a:r>
              <a:rPr dirty="0" err="1"/>
              <a:t>능력치</a:t>
            </a:r>
            <a:r>
              <a:rPr dirty="0"/>
              <a:t> </a:t>
            </a:r>
            <a:r>
              <a:rPr dirty="0" err="1"/>
              <a:t>향상</a:t>
            </a:r>
            <a:r>
              <a:rPr dirty="0"/>
              <a:t>, </a:t>
            </a:r>
            <a:r>
              <a:rPr dirty="0" err="1"/>
              <a:t>육성</a:t>
            </a:r>
            <a:r>
              <a:rPr dirty="0"/>
              <a:t> </a:t>
            </a:r>
            <a:r>
              <a:rPr dirty="0" err="1"/>
              <a:t>공간</a:t>
            </a:r>
            <a:r>
              <a:rPr dirty="0"/>
              <a:t>.</a:t>
            </a:r>
          </a:p>
          <a:p>
            <a:r>
              <a:rPr dirty="0" err="1"/>
              <a:t>원본</a:t>
            </a:r>
            <a:r>
              <a:rPr dirty="0"/>
              <a:t>: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「졸업을해보자.pptx」. </a:t>
            </a:r>
            <a:r>
              <a:rPr dirty="0" err="1"/>
              <a:t>말순이와</a:t>
            </a:r>
            <a:r>
              <a:rPr dirty="0"/>
              <a:t> </a:t>
            </a:r>
            <a:r>
              <a:rPr dirty="0" err="1"/>
              <a:t>옆집</a:t>
            </a:r>
            <a:r>
              <a:rPr dirty="0"/>
              <a:t> </a:t>
            </a:r>
            <a:r>
              <a:rPr dirty="0" err="1"/>
              <a:t>말은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가상</a:t>
            </a:r>
            <a:r>
              <a:rPr dirty="0"/>
              <a:t> </a:t>
            </a:r>
            <a:r>
              <a:rPr dirty="0" err="1"/>
              <a:t>이야기입니다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</a:t>
            </a:r>
            <a:endParaRPr dirty="0"/>
          </a:p>
          <a:p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도구로</a:t>
            </a:r>
            <a:r>
              <a:rPr dirty="0"/>
              <a:t> </a:t>
            </a:r>
            <a:r>
              <a:rPr dirty="0" err="1"/>
              <a:t>제작한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자연·승마</a:t>
            </a:r>
            <a:r>
              <a:rPr dirty="0"/>
              <a:t> </a:t>
            </a:r>
            <a:r>
              <a:rPr dirty="0" err="1"/>
              <a:t>분위기</a:t>
            </a:r>
            <a:r>
              <a:rPr dirty="0"/>
              <a:t> </a:t>
            </a:r>
            <a:r>
              <a:rPr dirty="0" err="1"/>
              <a:t>배경입니다</a:t>
            </a:r>
            <a:r>
              <a:rPr dirty="0"/>
              <a:t>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화면이</a:t>
            </a:r>
            <a:r>
              <a:rPr dirty="0"/>
              <a:t> </a:t>
            </a:r>
            <a:r>
              <a:rPr dirty="0" err="1"/>
              <a:t>아닙니다</a:t>
            </a:r>
            <a:r>
              <a:rPr dirty="0"/>
              <a:t>. village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제작</a:t>
            </a:r>
            <a:r>
              <a:rPr dirty="0"/>
              <a:t> </a:t>
            </a:r>
            <a:r>
              <a:rPr dirty="0" err="1"/>
              <a:t>지시</a:t>
            </a:r>
            <a:r>
              <a:rPr dirty="0"/>
              <a:t>: 16:9 </a:t>
            </a:r>
            <a:r>
              <a:rPr dirty="0" err="1"/>
              <a:t>판타지</a:t>
            </a:r>
            <a:r>
              <a:rPr dirty="0"/>
              <a:t> </a:t>
            </a:r>
            <a:r>
              <a:rPr dirty="0" err="1"/>
              <a:t>승마</a:t>
            </a:r>
            <a:r>
              <a:rPr dirty="0"/>
              <a:t> </a:t>
            </a:r>
            <a:r>
              <a:rPr dirty="0" err="1"/>
              <a:t>게임의</a:t>
            </a:r>
            <a:r>
              <a:rPr dirty="0"/>
              <a:t> </a:t>
            </a:r>
            <a:r>
              <a:rPr dirty="0" err="1"/>
              <a:t>회화적인</a:t>
            </a:r>
            <a:r>
              <a:rPr dirty="0"/>
              <a:t>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그림</a:t>
            </a:r>
            <a:r>
              <a:rPr dirty="0"/>
              <a:t>, </a:t>
            </a:r>
            <a:r>
              <a:rPr dirty="0" err="1"/>
              <a:t>상단과</a:t>
            </a:r>
            <a:r>
              <a:rPr dirty="0"/>
              <a:t> </a:t>
            </a:r>
            <a:r>
              <a:rPr dirty="0" err="1"/>
              <a:t>왼쪽에는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여백</a:t>
            </a:r>
            <a:r>
              <a:rPr dirty="0"/>
              <a:t>, </a:t>
            </a:r>
            <a:r>
              <a:rPr dirty="0" err="1"/>
              <a:t>하단과</a:t>
            </a:r>
            <a:r>
              <a:rPr dirty="0"/>
              <a:t> </a:t>
            </a:r>
            <a:r>
              <a:rPr dirty="0" err="1"/>
              <a:t>오른쪽에</a:t>
            </a:r>
            <a:r>
              <a:rPr dirty="0"/>
              <a:t> </a:t>
            </a:r>
            <a:r>
              <a:rPr dirty="0" err="1"/>
              <a:t>초원·목장·숲길·말과</a:t>
            </a:r>
            <a:r>
              <a:rPr dirty="0"/>
              <a:t> </a:t>
            </a:r>
            <a:r>
              <a:rPr dirty="0" err="1"/>
              <a:t>기승자의</a:t>
            </a:r>
            <a:r>
              <a:rPr dirty="0"/>
              <a:t>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실루엣</a:t>
            </a:r>
            <a:r>
              <a:rPr dirty="0"/>
              <a:t>, </a:t>
            </a:r>
            <a:r>
              <a:rPr dirty="0" err="1"/>
              <a:t>텍스트와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UI </a:t>
            </a:r>
            <a:r>
              <a:rPr dirty="0" err="1"/>
              <a:t>없음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권장</a:t>
            </a:r>
            <a:r>
              <a:rPr dirty="0"/>
              <a:t> 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45초</a:t>
            </a:r>
          </a:p>
          <a:p>
            <a:endParaRPr dirty="0"/>
          </a:p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멘트</a:t>
            </a:r>
            <a:endParaRPr dirty="0"/>
          </a:p>
          <a:p>
            <a:r>
              <a:rPr dirty="0" err="1"/>
              <a:t>옆집</a:t>
            </a:r>
            <a:r>
              <a:rPr dirty="0"/>
              <a:t> </a:t>
            </a:r>
            <a:r>
              <a:rPr dirty="0" err="1"/>
              <a:t>말이</a:t>
            </a:r>
            <a:r>
              <a:rPr dirty="0"/>
              <a:t> 꽤 </a:t>
            </a:r>
            <a:r>
              <a:rPr dirty="0" err="1"/>
              <a:t>멋있습니다</a:t>
            </a:r>
            <a:r>
              <a:rPr dirty="0"/>
              <a:t>. </a:t>
            </a:r>
            <a:r>
              <a:rPr dirty="0" err="1"/>
              <a:t>우리도</a:t>
            </a:r>
            <a:r>
              <a:rPr dirty="0"/>
              <a:t> </a:t>
            </a:r>
            <a:r>
              <a:rPr dirty="0" err="1"/>
              <a:t>꾸며야겠습니다</a:t>
            </a:r>
            <a:r>
              <a:rPr lang="en-US" dirty="0"/>
              <a:t>. </a:t>
            </a:r>
            <a:r>
              <a:rPr lang="ko-KR" altLang="en-US" dirty="0"/>
              <a:t>초라한 말순이보단 예쁜 말순이가 달리기도 더 </a:t>
            </a:r>
            <a:r>
              <a:rPr lang="ko-KR" altLang="en-US" dirty="0" err="1"/>
              <a:t>잘할테니까요</a:t>
            </a:r>
            <a:r>
              <a:rPr dirty="0"/>
              <a:t>. </a:t>
            </a:r>
            <a:r>
              <a:rPr dirty="0" err="1"/>
              <a:t>여기서</a:t>
            </a:r>
            <a:r>
              <a:rPr dirty="0"/>
              <a:t> </a:t>
            </a:r>
            <a:r>
              <a:rPr dirty="0" err="1"/>
              <a:t>치장</a:t>
            </a:r>
            <a:r>
              <a:rPr dirty="0"/>
              <a:t> </a:t>
            </a:r>
            <a:r>
              <a:rPr dirty="0" err="1"/>
              <a:t>콘텐츠를</a:t>
            </a:r>
            <a:r>
              <a:rPr dirty="0"/>
              <a:t> </a:t>
            </a:r>
            <a:r>
              <a:rPr dirty="0" err="1"/>
              <a:t>소개</a:t>
            </a:r>
            <a:r>
              <a:rPr lang="ko-KR" altLang="en-US" dirty="0"/>
              <a:t>합니다</a:t>
            </a:r>
            <a:r>
              <a:rPr dirty="0"/>
              <a:t>. </a:t>
            </a:r>
            <a:r>
              <a:rPr dirty="0" err="1"/>
              <a:t>말순이를</a:t>
            </a:r>
            <a:r>
              <a:rPr dirty="0"/>
              <a:t> 내 </a:t>
            </a:r>
            <a:r>
              <a:rPr dirty="0" err="1"/>
              <a:t>취향대로</a:t>
            </a:r>
            <a:r>
              <a:rPr dirty="0"/>
              <a:t> </a:t>
            </a:r>
            <a:r>
              <a:rPr dirty="0" err="1"/>
              <a:t>꾸미면서</a:t>
            </a:r>
            <a:r>
              <a:rPr dirty="0"/>
              <a:t> </a:t>
            </a:r>
            <a:r>
              <a:rPr lang="ko-KR" altLang="en-US" dirty="0"/>
              <a:t>말순이만의 패션을</a:t>
            </a:r>
            <a:r>
              <a:rPr dirty="0"/>
              <a:t> </a:t>
            </a:r>
            <a:r>
              <a:rPr dirty="0" err="1"/>
              <a:t>만들어갑니다</a:t>
            </a:r>
            <a:r>
              <a:rPr dirty="0"/>
              <a:t>.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사람에게</a:t>
            </a:r>
            <a:r>
              <a:rPr dirty="0"/>
              <a:t> </a:t>
            </a:r>
            <a:r>
              <a:rPr dirty="0" err="1"/>
              <a:t>보여주고</a:t>
            </a:r>
            <a:r>
              <a:rPr dirty="0"/>
              <a:t> </a:t>
            </a:r>
            <a:r>
              <a:rPr dirty="0" err="1"/>
              <a:t>싶어지고</a:t>
            </a:r>
            <a:r>
              <a:rPr dirty="0"/>
              <a:t>, 내 </a:t>
            </a:r>
            <a:r>
              <a:rPr dirty="0" err="1"/>
              <a:t>말을</a:t>
            </a:r>
            <a:r>
              <a:rPr dirty="0"/>
              <a:t> 더 </a:t>
            </a:r>
            <a:r>
              <a:rPr dirty="0" err="1"/>
              <a:t>좋아하게</a:t>
            </a:r>
            <a:r>
              <a:rPr dirty="0"/>
              <a:t> </a:t>
            </a:r>
            <a:r>
              <a:rPr dirty="0" err="1"/>
              <a:t>되는</a:t>
            </a:r>
            <a:r>
              <a:rPr dirty="0"/>
              <a:t> </a:t>
            </a:r>
            <a:r>
              <a:rPr dirty="0" err="1"/>
              <a:t>재미입니다</a:t>
            </a:r>
            <a:r>
              <a:rPr dirty="0"/>
              <a:t>. </a:t>
            </a:r>
            <a:r>
              <a:rPr dirty="0" err="1"/>
              <a:t>말순이가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잘 </a:t>
            </a:r>
            <a:r>
              <a:rPr dirty="0" err="1"/>
              <a:t>달리는지도</a:t>
            </a:r>
            <a:r>
              <a:rPr dirty="0"/>
              <a:t> </a:t>
            </a:r>
            <a:r>
              <a:rPr dirty="0" err="1"/>
              <a:t>궁금하지만</a:t>
            </a:r>
            <a:r>
              <a:rPr dirty="0"/>
              <a:t> </a:t>
            </a:r>
            <a:r>
              <a:rPr dirty="0" err="1"/>
              <a:t>오늘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멋있</a:t>
            </a:r>
            <a:r>
              <a:rPr lang="ko-KR" altLang="en-US" dirty="0"/>
              <a:t>게 입고 </a:t>
            </a:r>
            <a:r>
              <a:rPr lang="ko-KR" altLang="en-US" dirty="0" err="1"/>
              <a:t>나갈지동</a:t>
            </a:r>
            <a:r>
              <a:rPr dirty="0"/>
              <a:t> </a:t>
            </a:r>
            <a:r>
              <a:rPr dirty="0" err="1"/>
              <a:t>중요한</a:t>
            </a:r>
            <a:r>
              <a:rPr dirty="0"/>
              <a:t> </a:t>
            </a:r>
            <a:r>
              <a:rPr dirty="0" err="1"/>
              <a:t>거죠</a:t>
            </a:r>
            <a:r>
              <a:rPr dirty="0"/>
              <a:t>. </a:t>
            </a:r>
            <a:r>
              <a:rPr dirty="0" err="1"/>
              <a:t>이렇게</a:t>
            </a:r>
            <a:r>
              <a:rPr dirty="0"/>
              <a:t> </a:t>
            </a:r>
            <a:r>
              <a:rPr dirty="0" err="1"/>
              <a:t>마을에서</a:t>
            </a:r>
            <a:r>
              <a:rPr dirty="0"/>
              <a:t> </a:t>
            </a:r>
            <a:r>
              <a:rPr dirty="0" err="1"/>
              <a:t>말순이를</a:t>
            </a:r>
            <a:r>
              <a:rPr dirty="0"/>
              <a:t> </a:t>
            </a:r>
            <a:r>
              <a:rPr dirty="0" err="1"/>
              <a:t>꾸미고</a:t>
            </a:r>
            <a:r>
              <a:rPr dirty="0"/>
              <a:t> </a:t>
            </a:r>
            <a:r>
              <a:rPr dirty="0" err="1"/>
              <a:t>있는데</a:t>
            </a:r>
            <a:r>
              <a:rPr dirty="0"/>
              <a:t>, </a:t>
            </a:r>
            <a:r>
              <a:rPr lang="ko-KR" altLang="en-US" dirty="0"/>
              <a:t>다른 </a:t>
            </a:r>
            <a:r>
              <a:rPr dirty="0" err="1"/>
              <a:t>집에</a:t>
            </a:r>
            <a:r>
              <a:rPr dirty="0"/>
              <a:t> 또 </a:t>
            </a:r>
            <a:r>
              <a:rPr dirty="0" err="1"/>
              <a:t>눈에</a:t>
            </a:r>
            <a:r>
              <a:rPr dirty="0"/>
              <a:t> </a:t>
            </a:r>
            <a:r>
              <a:rPr dirty="0" err="1"/>
              <a:t>들어오는</a:t>
            </a:r>
            <a:r>
              <a:rPr dirty="0"/>
              <a:t> </a:t>
            </a:r>
            <a:r>
              <a:rPr dirty="0" err="1"/>
              <a:t>말이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</a:p>
          <a:p>
            <a:endParaRPr dirty="0"/>
          </a:p>
          <a:p>
            <a:r>
              <a:rPr dirty="0" err="1"/>
              <a:t>진행</a:t>
            </a:r>
            <a:endParaRPr dirty="0"/>
          </a:p>
          <a:p>
            <a:r>
              <a:rPr dirty="0" err="1"/>
              <a:t>치장이</a:t>
            </a:r>
            <a:r>
              <a:rPr dirty="0"/>
              <a:t> </a:t>
            </a:r>
            <a:r>
              <a:rPr dirty="0" err="1"/>
              <a:t>능력치를</a:t>
            </a:r>
            <a:r>
              <a:rPr dirty="0"/>
              <a:t> </a:t>
            </a:r>
            <a:r>
              <a:rPr dirty="0" err="1"/>
              <a:t>올린다고</a:t>
            </a:r>
            <a:r>
              <a:rPr dirty="0"/>
              <a:t> </a:t>
            </a:r>
            <a:r>
              <a:rPr dirty="0" err="1"/>
              <a:t>말하지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 </a:t>
            </a:r>
            <a:r>
              <a:rPr dirty="0" err="1"/>
              <a:t>모습과</a:t>
            </a:r>
            <a:r>
              <a:rPr dirty="0"/>
              <a:t> </a:t>
            </a:r>
            <a:r>
              <a:rPr dirty="0" err="1"/>
              <a:t>개성에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재미를</a:t>
            </a:r>
            <a:r>
              <a:rPr dirty="0"/>
              <a:t> </a:t>
            </a:r>
            <a:r>
              <a:rPr dirty="0" err="1"/>
              <a:t>전달합니다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넣을</a:t>
            </a:r>
            <a:r>
              <a:rPr dirty="0"/>
              <a:t> </a:t>
            </a:r>
            <a:r>
              <a:rPr dirty="0" err="1"/>
              <a:t>사진</a:t>
            </a:r>
            <a:endParaRPr dirty="0"/>
          </a:p>
          <a:p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말의</a:t>
            </a:r>
            <a:r>
              <a:rPr dirty="0"/>
              <a:t> </a:t>
            </a:r>
            <a:r>
              <a:rPr dirty="0" err="1"/>
              <a:t>장식</a:t>
            </a:r>
            <a:r>
              <a:rPr dirty="0"/>
              <a:t> </a:t>
            </a:r>
            <a:r>
              <a:rPr dirty="0" err="1"/>
              <a:t>전후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. 두 </a:t>
            </a:r>
            <a:r>
              <a:rPr dirty="0" err="1"/>
              <a:t>이미지를</a:t>
            </a:r>
            <a:r>
              <a:rPr dirty="0"/>
              <a:t> 이 </a:t>
            </a:r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영역</a:t>
            </a:r>
            <a:r>
              <a:rPr dirty="0"/>
              <a:t>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배치하면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  <a:p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상자와</a:t>
            </a:r>
            <a:r>
              <a:rPr dirty="0"/>
              <a:t> 두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삭제하고</a:t>
            </a:r>
            <a:r>
              <a:rPr dirty="0"/>
              <a:t> </a:t>
            </a:r>
            <a:r>
              <a:rPr dirty="0" err="1"/>
              <a:t>액자</a:t>
            </a:r>
            <a:r>
              <a:rPr dirty="0"/>
              <a:t>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사진을</a:t>
            </a:r>
            <a:r>
              <a:rPr dirty="0"/>
              <a:t> </a:t>
            </a:r>
            <a:r>
              <a:rPr dirty="0" err="1"/>
              <a:t>배치합니다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그림은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두면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근거</a:t>
            </a:r>
            <a:endParaRPr dirty="0"/>
          </a:p>
          <a:p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기획서</a:t>
            </a:r>
            <a:r>
              <a:rPr dirty="0"/>
              <a:t> 6장 </a:t>
            </a:r>
            <a:r>
              <a:rPr dirty="0" err="1"/>
              <a:t>치장</a:t>
            </a:r>
            <a:r>
              <a:rPr dirty="0"/>
              <a:t>, </a:t>
            </a:r>
            <a:r>
              <a:rPr dirty="0" err="1"/>
              <a:t>애착</a:t>
            </a:r>
            <a:r>
              <a:rPr dirty="0"/>
              <a:t> </a:t>
            </a:r>
            <a:r>
              <a:rPr dirty="0" err="1"/>
              <a:t>형성</a:t>
            </a:r>
            <a:r>
              <a:rPr dirty="0"/>
              <a:t> 및 </a:t>
            </a:r>
            <a:r>
              <a:rPr dirty="0" err="1"/>
              <a:t>육성</a:t>
            </a:r>
            <a:r>
              <a:rPr dirty="0"/>
              <a:t> </a:t>
            </a:r>
            <a:r>
              <a:rPr dirty="0" err="1"/>
              <a:t>재미</a:t>
            </a:r>
            <a:r>
              <a:rPr dirty="0"/>
              <a:t>.</a:t>
            </a:r>
          </a:p>
          <a:p>
            <a:r>
              <a:rPr dirty="0" err="1"/>
              <a:t>원본</a:t>
            </a:r>
            <a:r>
              <a:rPr dirty="0"/>
              <a:t>: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「졸업을해보자.pptx」. </a:t>
            </a:r>
            <a:r>
              <a:rPr dirty="0" err="1"/>
              <a:t>말순이와</a:t>
            </a:r>
            <a:r>
              <a:rPr dirty="0"/>
              <a:t> </a:t>
            </a:r>
            <a:r>
              <a:rPr dirty="0" err="1"/>
              <a:t>옆집</a:t>
            </a:r>
            <a:r>
              <a:rPr dirty="0"/>
              <a:t> </a:t>
            </a:r>
            <a:r>
              <a:rPr dirty="0" err="1"/>
              <a:t>말은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가상</a:t>
            </a:r>
            <a:r>
              <a:rPr dirty="0"/>
              <a:t> </a:t>
            </a:r>
            <a:r>
              <a:rPr dirty="0" err="1"/>
              <a:t>이야기입니다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</a:t>
            </a:r>
            <a:endParaRPr dirty="0"/>
          </a:p>
          <a:p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도구로</a:t>
            </a:r>
            <a:r>
              <a:rPr dirty="0"/>
              <a:t> </a:t>
            </a:r>
            <a:r>
              <a:rPr dirty="0" err="1"/>
              <a:t>제작한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자연·승마</a:t>
            </a:r>
            <a:r>
              <a:rPr dirty="0"/>
              <a:t> </a:t>
            </a:r>
            <a:r>
              <a:rPr dirty="0" err="1"/>
              <a:t>분위기</a:t>
            </a:r>
            <a:r>
              <a:rPr dirty="0"/>
              <a:t> </a:t>
            </a:r>
            <a:r>
              <a:rPr dirty="0" err="1"/>
              <a:t>배경입니다</a:t>
            </a:r>
            <a:r>
              <a:rPr dirty="0"/>
              <a:t>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화면이</a:t>
            </a:r>
            <a:r>
              <a:rPr dirty="0"/>
              <a:t> </a:t>
            </a:r>
            <a:r>
              <a:rPr dirty="0" err="1"/>
              <a:t>아닙니다</a:t>
            </a:r>
            <a:r>
              <a:rPr dirty="0"/>
              <a:t>. tack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제작</a:t>
            </a:r>
            <a:r>
              <a:rPr dirty="0"/>
              <a:t> </a:t>
            </a:r>
            <a:r>
              <a:rPr dirty="0" err="1"/>
              <a:t>지시</a:t>
            </a:r>
            <a:r>
              <a:rPr dirty="0"/>
              <a:t>: 16:9 </a:t>
            </a:r>
            <a:r>
              <a:rPr dirty="0" err="1"/>
              <a:t>판타지</a:t>
            </a:r>
            <a:r>
              <a:rPr dirty="0"/>
              <a:t> </a:t>
            </a:r>
            <a:r>
              <a:rPr dirty="0" err="1"/>
              <a:t>승마</a:t>
            </a:r>
            <a:r>
              <a:rPr dirty="0"/>
              <a:t> </a:t>
            </a:r>
            <a:r>
              <a:rPr dirty="0" err="1"/>
              <a:t>게임의</a:t>
            </a:r>
            <a:r>
              <a:rPr dirty="0"/>
              <a:t> </a:t>
            </a:r>
            <a:r>
              <a:rPr dirty="0" err="1"/>
              <a:t>회화적인</a:t>
            </a:r>
            <a:r>
              <a:rPr dirty="0"/>
              <a:t>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그림</a:t>
            </a:r>
            <a:r>
              <a:rPr dirty="0"/>
              <a:t>, </a:t>
            </a:r>
            <a:r>
              <a:rPr dirty="0" err="1"/>
              <a:t>상단과</a:t>
            </a:r>
            <a:r>
              <a:rPr dirty="0"/>
              <a:t> </a:t>
            </a:r>
            <a:r>
              <a:rPr dirty="0" err="1"/>
              <a:t>왼쪽에는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여백</a:t>
            </a:r>
            <a:r>
              <a:rPr dirty="0"/>
              <a:t>, </a:t>
            </a:r>
            <a:r>
              <a:rPr dirty="0" err="1"/>
              <a:t>하단과</a:t>
            </a:r>
            <a:r>
              <a:rPr dirty="0"/>
              <a:t> </a:t>
            </a:r>
            <a:r>
              <a:rPr dirty="0" err="1"/>
              <a:t>오른쪽에</a:t>
            </a:r>
            <a:r>
              <a:rPr dirty="0"/>
              <a:t> </a:t>
            </a:r>
            <a:r>
              <a:rPr dirty="0" err="1"/>
              <a:t>초원·목장·숲길·말과</a:t>
            </a:r>
            <a:r>
              <a:rPr dirty="0"/>
              <a:t> </a:t>
            </a:r>
            <a:r>
              <a:rPr dirty="0" err="1"/>
              <a:t>기승자의</a:t>
            </a:r>
            <a:r>
              <a:rPr dirty="0"/>
              <a:t>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실루엣</a:t>
            </a:r>
            <a:r>
              <a:rPr dirty="0"/>
              <a:t>, </a:t>
            </a:r>
            <a:r>
              <a:rPr dirty="0" err="1"/>
              <a:t>텍스트와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UI </a:t>
            </a:r>
            <a:r>
              <a:rPr dirty="0" err="1"/>
              <a:t>없음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권장</a:t>
            </a:r>
            <a:r>
              <a:rPr dirty="0"/>
              <a:t> 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60초</a:t>
            </a:r>
          </a:p>
          <a:p>
            <a:endParaRPr dirty="0"/>
          </a:p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멘트</a:t>
            </a:r>
            <a:endParaRPr dirty="0"/>
          </a:p>
          <a:p>
            <a:r>
              <a:rPr dirty="0" err="1"/>
              <a:t>옆집에</a:t>
            </a:r>
            <a:r>
              <a:rPr dirty="0"/>
              <a:t> </a:t>
            </a:r>
            <a:r>
              <a:rPr lang="ko-KR" altLang="en-US" dirty="0"/>
              <a:t>정말 멋있는 </a:t>
            </a:r>
            <a:r>
              <a:rPr lang="ko-KR" altLang="en-US" dirty="0" err="1"/>
              <a:t>말돌이가</a:t>
            </a:r>
            <a:r>
              <a:rPr lang="ko-KR" altLang="en-US" dirty="0"/>
              <a:t> 있습니다</a:t>
            </a:r>
            <a:r>
              <a:rPr dirty="0"/>
              <a:t>. </a:t>
            </a:r>
            <a:r>
              <a:rPr lang="ko-KR" altLang="en-US" dirty="0"/>
              <a:t>말순이가 </a:t>
            </a:r>
            <a:r>
              <a:rPr lang="ko-KR" altLang="en-US" dirty="0" err="1"/>
              <a:t>말돌이를</a:t>
            </a:r>
            <a:r>
              <a:rPr lang="ko-KR" altLang="en-US" dirty="0"/>
              <a:t> 바라보는 시선이 심상치 않네요</a:t>
            </a:r>
            <a:r>
              <a:rPr lang="en-US" altLang="ko-KR" dirty="0"/>
              <a:t>. </a:t>
            </a:r>
            <a:r>
              <a:rPr dirty="0" err="1"/>
              <a:t>교배</a:t>
            </a:r>
            <a:r>
              <a:rPr dirty="0"/>
              <a:t> </a:t>
            </a:r>
            <a:r>
              <a:rPr dirty="0" err="1"/>
              <a:t>콘텐츠를</a:t>
            </a:r>
            <a:r>
              <a:rPr dirty="0"/>
              <a:t> </a:t>
            </a:r>
            <a:r>
              <a:rPr dirty="0" err="1"/>
              <a:t>소개합니다</a:t>
            </a:r>
            <a:r>
              <a:rPr dirty="0"/>
              <a:t>. </a:t>
            </a:r>
            <a:r>
              <a:rPr dirty="0" err="1"/>
              <a:t>말을</a:t>
            </a:r>
            <a:r>
              <a:rPr dirty="0"/>
              <a:t> </a:t>
            </a:r>
            <a:r>
              <a:rPr dirty="0" err="1"/>
              <a:t>키우다가</a:t>
            </a:r>
            <a:r>
              <a:rPr dirty="0"/>
              <a:t> </a:t>
            </a:r>
            <a:r>
              <a:rPr dirty="0" err="1"/>
              <a:t>교배를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새로운</a:t>
            </a:r>
            <a:r>
              <a:rPr dirty="0"/>
              <a:t> </a:t>
            </a:r>
            <a:r>
              <a:rPr dirty="0" err="1"/>
              <a:t>말을</a:t>
            </a:r>
            <a:r>
              <a:rPr dirty="0"/>
              <a:t> </a:t>
            </a:r>
            <a:r>
              <a:rPr dirty="0" err="1"/>
              <a:t>만나고</a:t>
            </a:r>
            <a:r>
              <a:rPr dirty="0"/>
              <a:t>, 그 </a:t>
            </a:r>
            <a:r>
              <a:rPr dirty="0" err="1"/>
              <a:t>말도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키워보고</a:t>
            </a:r>
            <a:r>
              <a:rPr dirty="0"/>
              <a:t> </a:t>
            </a:r>
            <a:r>
              <a:rPr dirty="0" err="1"/>
              <a:t>싶어지는</a:t>
            </a:r>
            <a:r>
              <a:rPr dirty="0"/>
              <a:t> </a:t>
            </a:r>
            <a:r>
              <a:rPr dirty="0" err="1"/>
              <a:t>겁니다</a:t>
            </a:r>
            <a:r>
              <a:rPr dirty="0"/>
              <a:t>. </a:t>
            </a:r>
            <a:r>
              <a:rPr dirty="0" err="1"/>
              <a:t>처음</a:t>
            </a:r>
            <a:r>
              <a:rPr dirty="0"/>
              <a:t> </a:t>
            </a:r>
            <a:r>
              <a:rPr dirty="0" err="1"/>
              <a:t>말순이를</a:t>
            </a:r>
            <a:r>
              <a:rPr dirty="0"/>
              <a:t> </a:t>
            </a:r>
            <a:r>
              <a:rPr dirty="0" err="1"/>
              <a:t>받았을</a:t>
            </a:r>
            <a:r>
              <a:rPr dirty="0"/>
              <a:t> </a:t>
            </a:r>
            <a:r>
              <a:rPr dirty="0" err="1"/>
              <a:t>때와는</a:t>
            </a:r>
            <a:r>
              <a:rPr dirty="0"/>
              <a:t> </a:t>
            </a:r>
            <a:r>
              <a:rPr dirty="0" err="1"/>
              <a:t>마음이</a:t>
            </a:r>
            <a:r>
              <a:rPr dirty="0"/>
              <a:t> </a:t>
            </a:r>
            <a:r>
              <a:rPr dirty="0" err="1"/>
              <a:t>다를</a:t>
            </a:r>
            <a:r>
              <a:rPr dirty="0"/>
              <a:t> </a:t>
            </a:r>
            <a:r>
              <a:rPr dirty="0" err="1"/>
              <a:t>겁니다</a:t>
            </a:r>
            <a:r>
              <a:rPr dirty="0"/>
              <a:t>. </a:t>
            </a:r>
            <a:r>
              <a:rPr lang="ko-KR" altLang="en-US" dirty="0"/>
              <a:t>내가 사랑으로 기른 말순이가 낳은 망아지를 </a:t>
            </a:r>
            <a:r>
              <a:rPr dirty="0" err="1"/>
              <a:t>보면</a:t>
            </a:r>
            <a:r>
              <a:rPr dirty="0"/>
              <a:t> </a:t>
            </a:r>
            <a:r>
              <a:rPr dirty="0" err="1"/>
              <a:t>얘는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자랄까</a:t>
            </a:r>
            <a:r>
              <a:rPr dirty="0"/>
              <a:t>, </a:t>
            </a:r>
            <a:r>
              <a:rPr lang="ko-KR" altLang="en-US" dirty="0"/>
              <a:t>말순이의 스피드를 갖고 태어날까</a:t>
            </a:r>
            <a:r>
              <a:rPr lang="en-US" altLang="ko-KR" dirty="0"/>
              <a:t>, </a:t>
            </a:r>
            <a:r>
              <a:rPr lang="ko-KR" altLang="en-US" dirty="0" err="1"/>
              <a:t>말돌이의</a:t>
            </a:r>
            <a:r>
              <a:rPr lang="ko-KR" altLang="en-US" dirty="0"/>
              <a:t> 덩치를 갖고 태어날까</a:t>
            </a:r>
            <a:r>
              <a:rPr dirty="0"/>
              <a:t>. 새 </a:t>
            </a:r>
            <a:r>
              <a:rPr dirty="0" err="1"/>
              <a:t>말을</a:t>
            </a:r>
            <a:r>
              <a:rPr dirty="0"/>
              <a:t> </a:t>
            </a:r>
            <a:r>
              <a:rPr dirty="0" err="1"/>
              <a:t>만나는</a:t>
            </a:r>
            <a:r>
              <a:rPr dirty="0"/>
              <a:t> </a:t>
            </a:r>
            <a:r>
              <a:rPr dirty="0" err="1"/>
              <a:t>기대가</a:t>
            </a:r>
            <a:r>
              <a:rPr dirty="0"/>
              <a:t> 또 한 </a:t>
            </a:r>
            <a:r>
              <a:rPr dirty="0" err="1"/>
              <a:t>번의</a:t>
            </a:r>
            <a:r>
              <a:rPr dirty="0"/>
              <a:t> </a:t>
            </a:r>
            <a:r>
              <a:rPr dirty="0" err="1"/>
              <a:t>육성으로</a:t>
            </a:r>
            <a:r>
              <a:rPr dirty="0"/>
              <a:t> </a:t>
            </a:r>
            <a:r>
              <a:rPr dirty="0" err="1"/>
              <a:t>이어지는</a:t>
            </a:r>
            <a:r>
              <a:rPr dirty="0"/>
              <a:t> </a:t>
            </a:r>
            <a:r>
              <a:rPr dirty="0" err="1"/>
              <a:t>거죠</a:t>
            </a:r>
            <a:r>
              <a:rPr dirty="0"/>
              <a:t>. </a:t>
            </a:r>
            <a:r>
              <a:rPr dirty="0" err="1"/>
              <a:t>그렇다고</a:t>
            </a:r>
            <a:r>
              <a:rPr dirty="0"/>
              <a:t> </a:t>
            </a:r>
            <a:r>
              <a:rPr dirty="0" err="1"/>
              <a:t>말순이를</a:t>
            </a:r>
            <a:r>
              <a:rPr dirty="0"/>
              <a:t> </a:t>
            </a:r>
            <a:r>
              <a:rPr dirty="0" err="1"/>
              <a:t>잊을</a:t>
            </a:r>
            <a:r>
              <a:rPr dirty="0"/>
              <a:t> </a:t>
            </a:r>
            <a:r>
              <a:rPr dirty="0" err="1"/>
              <a:t>수는</a:t>
            </a:r>
            <a:r>
              <a:rPr dirty="0"/>
              <a:t> </a:t>
            </a:r>
            <a:r>
              <a:rPr dirty="0" err="1"/>
              <a:t>없습니다</a:t>
            </a:r>
            <a:r>
              <a:rPr dirty="0"/>
              <a:t>. </a:t>
            </a:r>
            <a:r>
              <a:rPr lang="ko-KR" altLang="en-US" dirty="0"/>
              <a:t>아직 </a:t>
            </a:r>
            <a:r>
              <a:rPr dirty="0" err="1"/>
              <a:t>끝내지</a:t>
            </a:r>
            <a:r>
              <a:rPr dirty="0"/>
              <a:t> </a:t>
            </a:r>
            <a:r>
              <a:rPr dirty="0" err="1"/>
              <a:t>못한</a:t>
            </a:r>
            <a:r>
              <a:rPr dirty="0"/>
              <a:t> </a:t>
            </a:r>
            <a:r>
              <a:rPr dirty="0" err="1"/>
              <a:t>일이</a:t>
            </a:r>
            <a:r>
              <a:rPr dirty="0"/>
              <a:t> 있</a:t>
            </a:r>
            <a:r>
              <a:rPr lang="ko-KR" altLang="en-US" dirty="0" err="1"/>
              <a:t>으니까요</a:t>
            </a:r>
            <a:r>
              <a:rPr dirty="0"/>
              <a:t>. </a:t>
            </a:r>
            <a:r>
              <a:rPr dirty="0" err="1"/>
              <a:t>아까</a:t>
            </a:r>
            <a:r>
              <a:rPr dirty="0"/>
              <a:t> </a:t>
            </a:r>
            <a:r>
              <a:rPr dirty="0" err="1"/>
              <a:t>실패한</a:t>
            </a:r>
            <a:r>
              <a:rPr dirty="0"/>
              <a:t> </a:t>
            </a:r>
            <a:r>
              <a:rPr dirty="0" err="1"/>
              <a:t>장애물부터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가보겠습니다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진행</a:t>
            </a:r>
            <a:endParaRPr dirty="0"/>
          </a:p>
          <a:p>
            <a:r>
              <a:rPr dirty="0" err="1"/>
              <a:t>망아지</a:t>
            </a:r>
            <a:r>
              <a:rPr dirty="0"/>
              <a:t> </a:t>
            </a:r>
            <a:r>
              <a:rPr dirty="0" err="1"/>
              <a:t>사진을</a:t>
            </a:r>
            <a:r>
              <a:rPr dirty="0"/>
              <a:t> </a:t>
            </a:r>
            <a:r>
              <a:rPr dirty="0" err="1"/>
              <a:t>보여준</a:t>
            </a:r>
            <a:r>
              <a:rPr dirty="0"/>
              <a:t> 뒤 2초 </a:t>
            </a:r>
            <a:r>
              <a:rPr dirty="0" err="1"/>
              <a:t>기다립니다</a:t>
            </a:r>
            <a:r>
              <a:rPr dirty="0"/>
              <a:t>. </a:t>
            </a:r>
            <a:r>
              <a:rPr dirty="0" err="1"/>
              <a:t>유전</a:t>
            </a:r>
            <a:r>
              <a:rPr dirty="0"/>
              <a:t> </a:t>
            </a:r>
            <a:r>
              <a:rPr dirty="0" err="1"/>
              <a:t>확률이나</a:t>
            </a:r>
            <a:r>
              <a:rPr dirty="0"/>
              <a:t> </a:t>
            </a:r>
            <a:r>
              <a:rPr dirty="0" err="1"/>
              <a:t>외형·능력치</a:t>
            </a:r>
            <a:r>
              <a:rPr dirty="0"/>
              <a:t> </a:t>
            </a:r>
            <a:r>
              <a:rPr dirty="0" err="1"/>
              <a:t>상속</a:t>
            </a:r>
            <a:r>
              <a:rPr dirty="0"/>
              <a:t> </a:t>
            </a:r>
            <a:r>
              <a:rPr dirty="0" err="1"/>
              <a:t>규칙은</a:t>
            </a:r>
            <a:r>
              <a:rPr dirty="0"/>
              <a:t> </a:t>
            </a:r>
            <a:r>
              <a:rPr dirty="0" err="1"/>
              <a:t>원본에</a:t>
            </a:r>
            <a:r>
              <a:rPr dirty="0"/>
              <a:t> </a:t>
            </a:r>
            <a:r>
              <a:rPr dirty="0" err="1"/>
              <a:t>없으므로</a:t>
            </a:r>
            <a:r>
              <a:rPr dirty="0"/>
              <a:t> </a:t>
            </a:r>
            <a:r>
              <a:rPr dirty="0" err="1"/>
              <a:t>설명하지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넣을</a:t>
            </a:r>
            <a:r>
              <a:rPr dirty="0"/>
              <a:t> </a:t>
            </a:r>
            <a:r>
              <a:rPr dirty="0" err="1"/>
              <a:t>사진</a:t>
            </a:r>
            <a:endParaRPr dirty="0"/>
          </a:p>
          <a:p>
            <a:r>
              <a:rPr dirty="0" err="1"/>
              <a:t>망아지</a:t>
            </a:r>
            <a:r>
              <a:rPr dirty="0"/>
              <a:t> </a:t>
            </a:r>
            <a:r>
              <a:rPr dirty="0" err="1"/>
              <a:t>단독</a:t>
            </a:r>
            <a:r>
              <a:rPr dirty="0"/>
              <a:t> </a:t>
            </a:r>
            <a:r>
              <a:rPr dirty="0" err="1"/>
              <a:t>사진이나</a:t>
            </a:r>
            <a:r>
              <a:rPr dirty="0"/>
              <a:t> </a:t>
            </a:r>
            <a:r>
              <a:rPr dirty="0" err="1"/>
              <a:t>어미</a:t>
            </a:r>
            <a:r>
              <a:rPr dirty="0"/>
              <a:t> </a:t>
            </a:r>
            <a:r>
              <a:rPr dirty="0" err="1"/>
              <a:t>말과</a:t>
            </a:r>
            <a:r>
              <a:rPr dirty="0"/>
              <a:t> </a:t>
            </a:r>
            <a:r>
              <a:rPr dirty="0" err="1"/>
              <a:t>망아지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. </a:t>
            </a:r>
            <a:r>
              <a:rPr dirty="0" err="1"/>
              <a:t>방금</a:t>
            </a:r>
            <a:r>
              <a:rPr dirty="0"/>
              <a:t> </a:t>
            </a:r>
            <a:r>
              <a:rPr dirty="0" err="1"/>
              <a:t>만든</a:t>
            </a:r>
            <a:r>
              <a:rPr dirty="0"/>
              <a:t> 흰 </a:t>
            </a:r>
            <a:r>
              <a:rPr dirty="0" err="1"/>
              <a:t>망아지</a:t>
            </a:r>
            <a:r>
              <a:rPr dirty="0"/>
              <a:t> </a:t>
            </a:r>
            <a:r>
              <a:rPr dirty="0" err="1"/>
              <a:t>이미지를</a:t>
            </a:r>
            <a:r>
              <a:rPr dirty="0"/>
              <a:t> </a:t>
            </a:r>
            <a:r>
              <a:rPr dirty="0" err="1"/>
              <a:t>사용해도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  <a:p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상자와</a:t>
            </a:r>
            <a:r>
              <a:rPr dirty="0"/>
              <a:t> 두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삭제하고</a:t>
            </a:r>
            <a:r>
              <a:rPr dirty="0"/>
              <a:t> </a:t>
            </a:r>
            <a:r>
              <a:rPr dirty="0" err="1"/>
              <a:t>액자</a:t>
            </a:r>
            <a:r>
              <a:rPr dirty="0"/>
              <a:t>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사진을</a:t>
            </a:r>
            <a:r>
              <a:rPr dirty="0"/>
              <a:t> </a:t>
            </a:r>
            <a:r>
              <a:rPr dirty="0" err="1"/>
              <a:t>배치합니다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그림은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두면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근거</a:t>
            </a:r>
            <a:endParaRPr dirty="0"/>
          </a:p>
          <a:p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기획서</a:t>
            </a:r>
            <a:r>
              <a:rPr dirty="0"/>
              <a:t> 2장 </a:t>
            </a:r>
            <a:r>
              <a:rPr dirty="0" err="1"/>
              <a:t>마을</a:t>
            </a:r>
            <a:r>
              <a:rPr dirty="0"/>
              <a:t> </a:t>
            </a:r>
            <a:r>
              <a:rPr dirty="0" err="1"/>
              <a:t>콘텐츠</a:t>
            </a:r>
            <a:r>
              <a:rPr dirty="0"/>
              <a:t> </a:t>
            </a:r>
            <a:r>
              <a:rPr dirty="0" err="1"/>
              <a:t>사육·교배·치장</a:t>
            </a:r>
            <a:r>
              <a:rPr dirty="0"/>
              <a:t>, 6장 </a:t>
            </a:r>
            <a:r>
              <a:rPr dirty="0" err="1"/>
              <a:t>교배</a:t>
            </a:r>
            <a:r>
              <a:rPr dirty="0"/>
              <a:t> </a:t>
            </a:r>
            <a:r>
              <a:rPr dirty="0" err="1"/>
              <a:t>활동</a:t>
            </a:r>
            <a:r>
              <a:rPr dirty="0"/>
              <a:t>.</a:t>
            </a:r>
          </a:p>
          <a:p>
            <a:r>
              <a:rPr dirty="0" err="1"/>
              <a:t>원본</a:t>
            </a:r>
            <a:r>
              <a:rPr dirty="0"/>
              <a:t>: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「졸업을해보자.pptx」. </a:t>
            </a:r>
            <a:r>
              <a:rPr dirty="0" err="1"/>
              <a:t>말순이와</a:t>
            </a:r>
            <a:r>
              <a:rPr dirty="0"/>
              <a:t> </a:t>
            </a:r>
            <a:r>
              <a:rPr dirty="0" err="1"/>
              <a:t>옆집</a:t>
            </a:r>
            <a:r>
              <a:rPr dirty="0"/>
              <a:t> </a:t>
            </a:r>
            <a:r>
              <a:rPr dirty="0" err="1"/>
              <a:t>말은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가상</a:t>
            </a:r>
            <a:r>
              <a:rPr dirty="0"/>
              <a:t> </a:t>
            </a:r>
            <a:r>
              <a:rPr dirty="0" err="1"/>
              <a:t>이야기입니다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</a:t>
            </a:r>
            <a:endParaRPr dirty="0"/>
          </a:p>
          <a:p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도구로</a:t>
            </a:r>
            <a:r>
              <a:rPr dirty="0"/>
              <a:t> </a:t>
            </a:r>
            <a:r>
              <a:rPr dirty="0" err="1"/>
              <a:t>제작한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자연·승마</a:t>
            </a:r>
            <a:r>
              <a:rPr dirty="0"/>
              <a:t> </a:t>
            </a:r>
            <a:r>
              <a:rPr dirty="0" err="1"/>
              <a:t>분위기</a:t>
            </a:r>
            <a:r>
              <a:rPr dirty="0"/>
              <a:t> </a:t>
            </a:r>
            <a:r>
              <a:rPr dirty="0" err="1"/>
              <a:t>배경입니다</a:t>
            </a:r>
            <a:r>
              <a:rPr dirty="0"/>
              <a:t>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화면이</a:t>
            </a:r>
            <a:r>
              <a:rPr dirty="0"/>
              <a:t> </a:t>
            </a:r>
            <a:r>
              <a:rPr dirty="0" err="1"/>
              <a:t>아닙니다</a:t>
            </a:r>
            <a:r>
              <a:rPr dirty="0"/>
              <a:t>. meadow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제작</a:t>
            </a:r>
            <a:r>
              <a:rPr dirty="0"/>
              <a:t> </a:t>
            </a:r>
            <a:r>
              <a:rPr dirty="0" err="1"/>
              <a:t>지시</a:t>
            </a:r>
            <a:r>
              <a:rPr dirty="0"/>
              <a:t>: 16:9 </a:t>
            </a:r>
            <a:r>
              <a:rPr dirty="0" err="1"/>
              <a:t>판타지</a:t>
            </a:r>
            <a:r>
              <a:rPr dirty="0"/>
              <a:t> </a:t>
            </a:r>
            <a:r>
              <a:rPr dirty="0" err="1"/>
              <a:t>승마</a:t>
            </a:r>
            <a:r>
              <a:rPr dirty="0"/>
              <a:t> </a:t>
            </a:r>
            <a:r>
              <a:rPr dirty="0" err="1"/>
              <a:t>게임의</a:t>
            </a:r>
            <a:r>
              <a:rPr dirty="0"/>
              <a:t> </a:t>
            </a:r>
            <a:r>
              <a:rPr dirty="0" err="1"/>
              <a:t>회화적인</a:t>
            </a:r>
            <a:r>
              <a:rPr dirty="0"/>
              <a:t>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그림</a:t>
            </a:r>
            <a:r>
              <a:rPr dirty="0"/>
              <a:t>, </a:t>
            </a:r>
            <a:r>
              <a:rPr dirty="0" err="1"/>
              <a:t>상단과</a:t>
            </a:r>
            <a:r>
              <a:rPr dirty="0"/>
              <a:t> </a:t>
            </a:r>
            <a:r>
              <a:rPr dirty="0" err="1"/>
              <a:t>왼쪽에는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여백</a:t>
            </a:r>
            <a:r>
              <a:rPr dirty="0"/>
              <a:t>, </a:t>
            </a:r>
            <a:r>
              <a:rPr dirty="0" err="1"/>
              <a:t>하단과</a:t>
            </a:r>
            <a:r>
              <a:rPr dirty="0"/>
              <a:t> </a:t>
            </a:r>
            <a:r>
              <a:rPr dirty="0" err="1"/>
              <a:t>오른쪽에</a:t>
            </a:r>
            <a:r>
              <a:rPr dirty="0"/>
              <a:t> </a:t>
            </a:r>
            <a:r>
              <a:rPr dirty="0" err="1"/>
              <a:t>초원·목장·숲길·말과</a:t>
            </a:r>
            <a:r>
              <a:rPr dirty="0"/>
              <a:t> </a:t>
            </a:r>
            <a:r>
              <a:rPr dirty="0" err="1"/>
              <a:t>기승자의</a:t>
            </a:r>
            <a:r>
              <a:rPr dirty="0"/>
              <a:t>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실루엣</a:t>
            </a:r>
            <a:r>
              <a:rPr dirty="0"/>
              <a:t>, </a:t>
            </a:r>
            <a:r>
              <a:rPr dirty="0" err="1"/>
              <a:t>텍스트와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UI </a:t>
            </a:r>
            <a:r>
              <a:rPr dirty="0" err="1"/>
              <a:t>없음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권장</a:t>
            </a:r>
            <a:r>
              <a:rPr dirty="0"/>
              <a:t> 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70초</a:t>
            </a:r>
          </a:p>
          <a:p>
            <a:endParaRPr dirty="0"/>
          </a:p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멘트</a:t>
            </a:r>
            <a:endParaRPr dirty="0"/>
          </a:p>
          <a:p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말순이를</a:t>
            </a:r>
            <a:r>
              <a:rPr dirty="0"/>
              <a:t> </a:t>
            </a:r>
            <a:r>
              <a:rPr dirty="0" err="1"/>
              <a:t>타고</a:t>
            </a:r>
            <a:r>
              <a:rPr dirty="0"/>
              <a:t> </a:t>
            </a:r>
            <a:r>
              <a:rPr dirty="0" err="1"/>
              <a:t>나왔습니다</a:t>
            </a:r>
            <a:r>
              <a:rPr dirty="0"/>
              <a:t>. </a:t>
            </a:r>
            <a:r>
              <a:rPr dirty="0" err="1"/>
              <a:t>여기입니다</a:t>
            </a:r>
            <a:r>
              <a:rPr dirty="0"/>
              <a:t>. </a:t>
            </a:r>
            <a:r>
              <a:rPr dirty="0" err="1"/>
              <a:t>아까</a:t>
            </a:r>
            <a:r>
              <a:rPr lang="ko-KR" altLang="en-US" dirty="0"/>
              <a:t> 저희가 무너졌던 곳</a:t>
            </a:r>
            <a:r>
              <a:rPr dirty="0"/>
              <a:t>. </a:t>
            </a:r>
            <a:r>
              <a:rPr lang="ko-KR" altLang="en-US" dirty="0" err="1"/>
              <a:t>아까랑</a:t>
            </a:r>
            <a:r>
              <a:rPr lang="ko-KR" altLang="en-US" dirty="0"/>
              <a:t> 똑같은 </a:t>
            </a:r>
            <a:r>
              <a:rPr dirty="0" err="1"/>
              <a:t>장애물이</a:t>
            </a:r>
            <a:r>
              <a:rPr dirty="0"/>
              <a:t> </a:t>
            </a:r>
            <a:r>
              <a:rPr dirty="0" err="1"/>
              <a:t>앞에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lang="ko-KR" altLang="en-US" dirty="0"/>
              <a:t>지금 넘을까요</a:t>
            </a:r>
            <a:r>
              <a:rPr lang="en-US" altLang="ko-KR" dirty="0"/>
              <a:t>?, </a:t>
            </a:r>
            <a:r>
              <a:rPr lang="ko-KR" altLang="en-US" dirty="0"/>
              <a:t>조금 더 기다려볼까요</a:t>
            </a:r>
            <a:r>
              <a:rPr lang="en-US" altLang="ko-KR" dirty="0"/>
              <a:t>?</a:t>
            </a:r>
            <a:r>
              <a:rPr dirty="0"/>
              <a:t> </a:t>
            </a:r>
            <a:r>
              <a:rPr dirty="0" err="1"/>
              <a:t>좋습니다</a:t>
            </a:r>
            <a:r>
              <a:rPr dirty="0"/>
              <a:t>. </a:t>
            </a:r>
            <a:r>
              <a:rPr dirty="0" err="1"/>
              <a:t>이번에는</a:t>
            </a:r>
            <a:r>
              <a:rPr dirty="0"/>
              <a:t> </a:t>
            </a:r>
            <a:r>
              <a:rPr dirty="0" err="1"/>
              <a:t>선택한</a:t>
            </a:r>
            <a:r>
              <a:rPr dirty="0"/>
              <a:t> </a:t>
            </a:r>
            <a:r>
              <a:rPr dirty="0" err="1"/>
              <a:t>타이밍에</a:t>
            </a:r>
            <a:r>
              <a:rPr dirty="0"/>
              <a:t> </a:t>
            </a:r>
            <a:r>
              <a:rPr dirty="0" err="1"/>
              <a:t>맞춰</a:t>
            </a:r>
            <a:r>
              <a:rPr dirty="0"/>
              <a:t> </a:t>
            </a:r>
            <a:r>
              <a:rPr dirty="0" err="1"/>
              <a:t>도전해보겠습니다</a:t>
            </a:r>
            <a:r>
              <a:rPr dirty="0"/>
              <a:t>. </a:t>
            </a:r>
            <a:r>
              <a:rPr dirty="0" err="1"/>
              <a:t>아까</a:t>
            </a:r>
            <a:r>
              <a:rPr dirty="0"/>
              <a:t> 한 번 </a:t>
            </a:r>
            <a:r>
              <a:rPr dirty="0" err="1"/>
              <a:t>실패했기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 </a:t>
            </a:r>
            <a:r>
              <a:rPr dirty="0" err="1"/>
              <a:t>지금은</a:t>
            </a:r>
            <a:r>
              <a:rPr dirty="0"/>
              <a:t> </a:t>
            </a:r>
            <a:r>
              <a:rPr dirty="0" err="1"/>
              <a:t>장애물을</a:t>
            </a:r>
            <a:r>
              <a:rPr dirty="0"/>
              <a:t> 더 </a:t>
            </a:r>
            <a:r>
              <a:rPr dirty="0" err="1"/>
              <a:t>주의</a:t>
            </a:r>
            <a:r>
              <a:rPr dirty="0"/>
              <a:t> </a:t>
            </a:r>
            <a:r>
              <a:rPr dirty="0" err="1"/>
              <a:t>깊게</a:t>
            </a:r>
            <a:r>
              <a:rPr dirty="0"/>
              <a:t> </a:t>
            </a:r>
            <a:r>
              <a:rPr dirty="0" err="1"/>
              <a:t>보게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 </a:t>
            </a:r>
            <a:r>
              <a:rPr dirty="0" err="1"/>
              <a:t>저희가</a:t>
            </a:r>
            <a:r>
              <a:rPr dirty="0"/>
              <a:t> </a:t>
            </a:r>
            <a:r>
              <a:rPr dirty="0" err="1"/>
              <a:t>승마에서</a:t>
            </a:r>
            <a:r>
              <a:rPr dirty="0"/>
              <a:t> </a:t>
            </a:r>
            <a:r>
              <a:rPr dirty="0" err="1"/>
              <a:t>만들고</a:t>
            </a:r>
            <a:r>
              <a:rPr dirty="0"/>
              <a:t> </a:t>
            </a:r>
            <a:r>
              <a:rPr dirty="0" err="1"/>
              <a:t>싶은</a:t>
            </a:r>
            <a:r>
              <a:rPr dirty="0"/>
              <a:t> </a:t>
            </a:r>
            <a:r>
              <a:rPr dirty="0" err="1"/>
              <a:t>재미가</a:t>
            </a:r>
            <a:r>
              <a:rPr dirty="0"/>
              <a:t> </a:t>
            </a:r>
            <a:r>
              <a:rPr dirty="0" err="1"/>
              <a:t>이런</a:t>
            </a:r>
            <a:r>
              <a:rPr dirty="0"/>
              <a:t> </a:t>
            </a:r>
            <a:r>
              <a:rPr dirty="0" err="1"/>
              <a:t>판단과</a:t>
            </a:r>
            <a:r>
              <a:rPr dirty="0"/>
              <a:t> </a:t>
            </a:r>
            <a:r>
              <a:rPr dirty="0" err="1"/>
              <a:t>조작입니다</a:t>
            </a:r>
            <a:r>
              <a:rPr dirty="0"/>
              <a:t>. </a:t>
            </a:r>
            <a:r>
              <a:rPr dirty="0" err="1"/>
              <a:t>말순이</a:t>
            </a:r>
            <a:r>
              <a:rPr lang="ko-KR" altLang="en-US" dirty="0"/>
              <a:t>도 빨라졌고</a:t>
            </a:r>
            <a:r>
              <a:rPr dirty="0"/>
              <a:t>, </a:t>
            </a:r>
            <a:r>
              <a:rPr dirty="0" err="1"/>
              <a:t>저도</a:t>
            </a:r>
            <a:r>
              <a:rPr dirty="0"/>
              <a:t> </a:t>
            </a:r>
            <a:r>
              <a:rPr dirty="0" err="1"/>
              <a:t>아까보다</a:t>
            </a:r>
            <a:r>
              <a:rPr dirty="0"/>
              <a:t> </a:t>
            </a:r>
            <a:r>
              <a:rPr dirty="0" err="1"/>
              <a:t>길을</a:t>
            </a:r>
            <a:r>
              <a:rPr dirty="0"/>
              <a:t> 잘 </a:t>
            </a:r>
            <a:r>
              <a:rPr dirty="0" err="1"/>
              <a:t>봅니다</a:t>
            </a:r>
            <a:r>
              <a:rPr dirty="0"/>
              <a:t>.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길에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도전하면서</a:t>
            </a:r>
            <a:r>
              <a:rPr dirty="0"/>
              <a:t> </a:t>
            </a:r>
            <a:r>
              <a:rPr dirty="0" err="1"/>
              <a:t>내가</a:t>
            </a:r>
            <a:r>
              <a:rPr dirty="0"/>
              <a:t> 더 잘 </a:t>
            </a:r>
            <a:r>
              <a:rPr dirty="0" err="1"/>
              <a:t>탔다는</a:t>
            </a:r>
            <a:r>
              <a:rPr dirty="0"/>
              <a:t> </a:t>
            </a:r>
            <a:r>
              <a:rPr dirty="0" err="1"/>
              <a:t>느낌을</a:t>
            </a:r>
            <a:r>
              <a:rPr dirty="0"/>
              <a:t> </a:t>
            </a:r>
            <a:r>
              <a:rPr dirty="0" err="1"/>
              <a:t>받으면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주행도</a:t>
            </a:r>
            <a:r>
              <a:rPr dirty="0"/>
              <a:t> </a:t>
            </a:r>
            <a:r>
              <a:rPr dirty="0" err="1"/>
              <a:t>해보고</a:t>
            </a:r>
            <a:r>
              <a:rPr dirty="0"/>
              <a:t> </a:t>
            </a:r>
            <a:r>
              <a:rPr dirty="0" err="1"/>
              <a:t>싶어질</a:t>
            </a:r>
            <a:r>
              <a:rPr dirty="0"/>
              <a:t> </a:t>
            </a:r>
            <a:r>
              <a:rPr dirty="0" err="1"/>
              <a:t>겁니다</a:t>
            </a:r>
            <a:r>
              <a:rPr dirty="0"/>
              <a:t>. </a:t>
            </a:r>
            <a:r>
              <a:rPr dirty="0" err="1"/>
              <a:t>그러면</a:t>
            </a:r>
            <a:r>
              <a:rPr dirty="0"/>
              <a:t> </a:t>
            </a:r>
            <a:r>
              <a:rPr dirty="0" err="1"/>
              <a:t>이번에는</a:t>
            </a:r>
            <a:r>
              <a:rPr dirty="0"/>
              <a:t> </a:t>
            </a:r>
            <a:r>
              <a:rPr dirty="0" err="1"/>
              <a:t>누구와</a:t>
            </a:r>
            <a:r>
              <a:rPr dirty="0"/>
              <a:t> </a:t>
            </a:r>
            <a:r>
              <a:rPr dirty="0" err="1"/>
              <a:t>탈지</a:t>
            </a:r>
            <a:r>
              <a:rPr dirty="0"/>
              <a:t> </a:t>
            </a:r>
            <a:r>
              <a:rPr dirty="0" err="1"/>
              <a:t>고를</a:t>
            </a:r>
            <a:r>
              <a:rPr dirty="0"/>
              <a:t> 수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진행</a:t>
            </a:r>
            <a:endParaRPr dirty="0"/>
          </a:p>
          <a:p>
            <a:r>
              <a:rPr dirty="0" err="1"/>
              <a:t>청중</a:t>
            </a:r>
            <a:r>
              <a:rPr dirty="0"/>
              <a:t> </a:t>
            </a:r>
            <a:r>
              <a:rPr dirty="0" err="1"/>
              <a:t>선택은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맞히기가</a:t>
            </a:r>
            <a:r>
              <a:rPr dirty="0"/>
              <a:t> </a:t>
            </a:r>
            <a:r>
              <a:rPr dirty="0" err="1"/>
              <a:t>아닙니다</a:t>
            </a:r>
            <a:r>
              <a:rPr dirty="0"/>
              <a:t>. </a:t>
            </a:r>
            <a:r>
              <a:rPr dirty="0" err="1"/>
              <a:t>확정된</a:t>
            </a:r>
            <a:r>
              <a:rPr dirty="0"/>
              <a:t> </a:t>
            </a:r>
            <a:r>
              <a:rPr dirty="0" err="1"/>
              <a:t>조작법이나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승리</a:t>
            </a:r>
            <a:r>
              <a:rPr dirty="0"/>
              <a:t> </a:t>
            </a:r>
            <a:r>
              <a:rPr dirty="0" err="1"/>
              <a:t>기능으로</a:t>
            </a:r>
            <a:r>
              <a:rPr dirty="0"/>
              <a:t> </a:t>
            </a:r>
            <a:r>
              <a:rPr dirty="0" err="1"/>
              <a:t>소개하지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 </a:t>
            </a:r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삽입</a:t>
            </a:r>
            <a:r>
              <a:rPr dirty="0"/>
              <a:t> 후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장면에</a:t>
            </a:r>
            <a:r>
              <a:rPr dirty="0"/>
              <a:t> </a:t>
            </a:r>
            <a:r>
              <a:rPr dirty="0" err="1"/>
              <a:t>맞춰</a:t>
            </a:r>
            <a:r>
              <a:rPr dirty="0"/>
              <a:t> </a:t>
            </a:r>
            <a:r>
              <a:rPr dirty="0" err="1"/>
              <a:t>타이밍</a:t>
            </a:r>
            <a:r>
              <a:rPr dirty="0"/>
              <a:t> </a:t>
            </a:r>
            <a:r>
              <a:rPr dirty="0" err="1"/>
              <a:t>대사를</a:t>
            </a:r>
            <a:r>
              <a:rPr dirty="0"/>
              <a:t> </a:t>
            </a:r>
            <a:r>
              <a:rPr dirty="0" err="1"/>
              <a:t>조정합니다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넣을</a:t>
            </a:r>
            <a:r>
              <a:rPr dirty="0"/>
              <a:t> </a:t>
            </a:r>
            <a:r>
              <a:rPr dirty="0" err="1"/>
              <a:t>사진</a:t>
            </a:r>
            <a:endParaRPr dirty="0"/>
          </a:p>
          <a:p>
            <a:r>
              <a:rPr dirty="0"/>
              <a:t>4장과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장애물</a:t>
            </a:r>
            <a:r>
              <a:rPr dirty="0"/>
              <a:t> </a:t>
            </a:r>
            <a:r>
              <a:rPr dirty="0" err="1"/>
              <a:t>앞의</a:t>
            </a:r>
            <a:r>
              <a:rPr dirty="0"/>
              <a:t> </a:t>
            </a:r>
            <a:r>
              <a:rPr dirty="0" err="1"/>
              <a:t>승마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. </a:t>
            </a:r>
            <a:r>
              <a:rPr dirty="0" err="1"/>
              <a:t>청중에게</a:t>
            </a:r>
            <a:r>
              <a:rPr dirty="0"/>
              <a:t> </a:t>
            </a:r>
            <a:r>
              <a:rPr dirty="0" err="1"/>
              <a:t>타이밍을</a:t>
            </a:r>
            <a:r>
              <a:rPr dirty="0"/>
              <a:t> </a:t>
            </a:r>
            <a:r>
              <a:rPr dirty="0" err="1"/>
              <a:t>물을</a:t>
            </a:r>
            <a:r>
              <a:rPr dirty="0"/>
              <a:t> 수 </a:t>
            </a:r>
            <a:r>
              <a:rPr dirty="0" err="1"/>
              <a:t>있도록</a:t>
            </a:r>
            <a:r>
              <a:rPr dirty="0"/>
              <a:t> </a:t>
            </a:r>
            <a:r>
              <a:rPr dirty="0" err="1"/>
              <a:t>장애물과</a:t>
            </a:r>
            <a:r>
              <a:rPr dirty="0"/>
              <a:t> </a:t>
            </a:r>
            <a:r>
              <a:rPr dirty="0" err="1"/>
              <a:t>말의</a:t>
            </a:r>
            <a:r>
              <a:rPr dirty="0"/>
              <a:t> </a:t>
            </a:r>
            <a:r>
              <a:rPr dirty="0" err="1"/>
              <a:t>위치가</a:t>
            </a:r>
            <a:r>
              <a:rPr dirty="0"/>
              <a:t> 잘 </a:t>
            </a:r>
            <a:r>
              <a:rPr dirty="0" err="1"/>
              <a:t>보이는</a:t>
            </a:r>
            <a:r>
              <a:rPr dirty="0"/>
              <a:t> </a:t>
            </a:r>
            <a:r>
              <a:rPr dirty="0" err="1"/>
              <a:t>장면이</a:t>
            </a:r>
            <a:r>
              <a:rPr dirty="0"/>
              <a:t> </a:t>
            </a:r>
            <a:r>
              <a:rPr dirty="0" err="1"/>
              <a:t>좋습니다</a:t>
            </a:r>
            <a:r>
              <a:rPr dirty="0"/>
              <a:t>.</a:t>
            </a:r>
          </a:p>
          <a:p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상자와</a:t>
            </a:r>
            <a:r>
              <a:rPr dirty="0"/>
              <a:t> 두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삭제하고</a:t>
            </a:r>
            <a:r>
              <a:rPr dirty="0"/>
              <a:t> </a:t>
            </a:r>
            <a:r>
              <a:rPr dirty="0" err="1"/>
              <a:t>액자</a:t>
            </a:r>
            <a:r>
              <a:rPr dirty="0"/>
              <a:t>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사진을</a:t>
            </a:r>
            <a:r>
              <a:rPr dirty="0"/>
              <a:t> </a:t>
            </a:r>
            <a:r>
              <a:rPr dirty="0" err="1"/>
              <a:t>배치합니다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그림은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두면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근거</a:t>
            </a:r>
            <a:endParaRPr dirty="0"/>
          </a:p>
          <a:p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기획서</a:t>
            </a:r>
            <a:r>
              <a:rPr dirty="0"/>
              <a:t> 8장 </a:t>
            </a:r>
            <a:r>
              <a:rPr dirty="0" err="1"/>
              <a:t>장애물</a:t>
            </a:r>
            <a:r>
              <a:rPr dirty="0"/>
              <a:t>, </a:t>
            </a:r>
            <a:r>
              <a:rPr dirty="0" err="1"/>
              <a:t>플레이어와</a:t>
            </a:r>
            <a:r>
              <a:rPr dirty="0"/>
              <a:t> </a:t>
            </a:r>
            <a:r>
              <a:rPr dirty="0" err="1"/>
              <a:t>말의</a:t>
            </a:r>
            <a:r>
              <a:rPr dirty="0"/>
              <a:t> </a:t>
            </a:r>
            <a:r>
              <a:rPr dirty="0" err="1"/>
              <a:t>호흡</a:t>
            </a:r>
            <a:r>
              <a:rPr dirty="0"/>
              <a:t>. </a:t>
            </a:r>
            <a:r>
              <a:rPr dirty="0" err="1"/>
              <a:t>선택지는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상황이며</a:t>
            </a:r>
            <a:r>
              <a:rPr dirty="0"/>
              <a:t> </a:t>
            </a:r>
            <a:r>
              <a:rPr dirty="0" err="1"/>
              <a:t>확정</a:t>
            </a:r>
            <a:r>
              <a:rPr dirty="0"/>
              <a:t> </a:t>
            </a:r>
            <a:r>
              <a:rPr dirty="0" err="1"/>
              <a:t>조작</a:t>
            </a:r>
            <a:r>
              <a:rPr dirty="0"/>
              <a:t> </a:t>
            </a:r>
            <a:r>
              <a:rPr dirty="0" err="1"/>
              <a:t>방식은</a:t>
            </a:r>
            <a:r>
              <a:rPr dirty="0"/>
              <a:t> </a:t>
            </a:r>
            <a:r>
              <a:rPr dirty="0" err="1"/>
              <a:t>아님</a:t>
            </a:r>
            <a:r>
              <a:rPr dirty="0"/>
              <a:t>.</a:t>
            </a:r>
          </a:p>
          <a:p>
            <a:r>
              <a:rPr dirty="0" err="1"/>
              <a:t>원본</a:t>
            </a:r>
            <a:r>
              <a:rPr dirty="0"/>
              <a:t>: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「졸업을해보자.pptx」. </a:t>
            </a:r>
            <a:r>
              <a:rPr dirty="0" err="1"/>
              <a:t>말순이와</a:t>
            </a:r>
            <a:r>
              <a:rPr dirty="0"/>
              <a:t> </a:t>
            </a:r>
            <a:r>
              <a:rPr dirty="0" err="1"/>
              <a:t>옆집</a:t>
            </a:r>
            <a:r>
              <a:rPr dirty="0"/>
              <a:t> </a:t>
            </a:r>
            <a:r>
              <a:rPr dirty="0" err="1"/>
              <a:t>말은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가상</a:t>
            </a:r>
            <a:r>
              <a:rPr dirty="0"/>
              <a:t> </a:t>
            </a:r>
            <a:r>
              <a:rPr dirty="0" err="1"/>
              <a:t>이야기입니다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그림</a:t>
            </a:r>
            <a:endParaRPr dirty="0"/>
          </a:p>
          <a:p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도구로</a:t>
            </a:r>
            <a:r>
              <a:rPr dirty="0"/>
              <a:t> </a:t>
            </a:r>
            <a:r>
              <a:rPr dirty="0" err="1"/>
              <a:t>제작한</a:t>
            </a:r>
            <a:r>
              <a:rPr dirty="0"/>
              <a:t> </a:t>
            </a:r>
            <a:r>
              <a:rPr dirty="0" err="1"/>
              <a:t>발표용</a:t>
            </a:r>
            <a:r>
              <a:rPr dirty="0"/>
              <a:t> </a:t>
            </a:r>
            <a:r>
              <a:rPr dirty="0" err="1"/>
              <a:t>자연·승마</a:t>
            </a:r>
            <a:r>
              <a:rPr dirty="0"/>
              <a:t> </a:t>
            </a:r>
            <a:r>
              <a:rPr dirty="0" err="1"/>
              <a:t>분위기</a:t>
            </a:r>
            <a:r>
              <a:rPr dirty="0"/>
              <a:t> </a:t>
            </a:r>
            <a:r>
              <a:rPr dirty="0" err="1"/>
              <a:t>배경입니다</a:t>
            </a:r>
            <a:r>
              <a:rPr dirty="0"/>
              <a:t>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화면이</a:t>
            </a:r>
            <a:r>
              <a:rPr dirty="0"/>
              <a:t> </a:t>
            </a:r>
            <a:r>
              <a:rPr dirty="0" err="1"/>
              <a:t>아닙니다</a:t>
            </a:r>
            <a:r>
              <a:rPr dirty="0"/>
              <a:t>. trail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.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제작</a:t>
            </a:r>
            <a:r>
              <a:rPr dirty="0"/>
              <a:t> </a:t>
            </a:r>
            <a:r>
              <a:rPr dirty="0" err="1"/>
              <a:t>지시</a:t>
            </a:r>
            <a:r>
              <a:rPr dirty="0"/>
              <a:t>: 16:9 </a:t>
            </a:r>
            <a:r>
              <a:rPr dirty="0" err="1"/>
              <a:t>판타지</a:t>
            </a:r>
            <a:r>
              <a:rPr dirty="0"/>
              <a:t> </a:t>
            </a:r>
            <a:r>
              <a:rPr dirty="0" err="1"/>
              <a:t>승마</a:t>
            </a:r>
            <a:r>
              <a:rPr dirty="0"/>
              <a:t> </a:t>
            </a:r>
            <a:r>
              <a:rPr dirty="0" err="1"/>
              <a:t>게임의</a:t>
            </a:r>
            <a:r>
              <a:rPr dirty="0"/>
              <a:t> </a:t>
            </a:r>
            <a:r>
              <a:rPr dirty="0" err="1"/>
              <a:t>회화적인</a:t>
            </a:r>
            <a:r>
              <a:rPr dirty="0"/>
              <a:t>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그림</a:t>
            </a:r>
            <a:r>
              <a:rPr dirty="0"/>
              <a:t>, </a:t>
            </a:r>
            <a:r>
              <a:rPr dirty="0" err="1"/>
              <a:t>상단과</a:t>
            </a:r>
            <a:r>
              <a:rPr dirty="0"/>
              <a:t> </a:t>
            </a:r>
            <a:r>
              <a:rPr dirty="0" err="1"/>
              <a:t>왼쪽에는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여백</a:t>
            </a:r>
            <a:r>
              <a:rPr dirty="0"/>
              <a:t>, </a:t>
            </a:r>
            <a:r>
              <a:rPr dirty="0" err="1"/>
              <a:t>하단과</a:t>
            </a:r>
            <a:r>
              <a:rPr dirty="0"/>
              <a:t> </a:t>
            </a:r>
            <a:r>
              <a:rPr dirty="0" err="1"/>
              <a:t>오른쪽에</a:t>
            </a:r>
            <a:r>
              <a:rPr dirty="0"/>
              <a:t> </a:t>
            </a:r>
            <a:r>
              <a:rPr dirty="0" err="1"/>
              <a:t>초원·목장·숲길·말과</a:t>
            </a:r>
            <a:r>
              <a:rPr dirty="0"/>
              <a:t> </a:t>
            </a:r>
            <a:r>
              <a:rPr dirty="0" err="1"/>
              <a:t>기승자의</a:t>
            </a:r>
            <a:r>
              <a:rPr dirty="0"/>
              <a:t>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실루엣</a:t>
            </a:r>
            <a:r>
              <a:rPr dirty="0"/>
              <a:t>, </a:t>
            </a:r>
            <a:r>
              <a:rPr dirty="0" err="1"/>
              <a:t>텍스트와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UI </a:t>
            </a:r>
            <a:r>
              <a:rPr dirty="0" err="1"/>
              <a:t>없음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권장 발표 시간 55초</a:t>
            </a:r>
          </a:p>
          <a:p>
            <a:endParaRPr/>
          </a:p>
          <a:p>
            <a:r>
              <a:t>발표 멘트</a:t>
            </a:r>
          </a:p>
          <a:p>
            <a:r>
              <a:t>말순이를 타는 데 조금 익숙해졌습니다. 이제 누구랑 탈까요? 혼자 조금 더 연습할 수도 있고, 컴퓨터 상대와 달릴 수도 있고, 다른 플레이어와 겨룰 수도 있습니다. 기획서에는 이런 여러 플레이 방식이 들어 있습니다. 혼자서는 내 주행에 집중하고, 상대와 함께할 때는 서로의 움직임 때문에 다른 판단을 하게 됩니다. 오늘처럼 처음 타는 사람도 자기 방식으로 즐길 수 있고 경쟁하고 싶은 사람도 다른 플레이어와 붙을 수 있게 하는 겁니다. 저라면 아까 그 사람부터 찾겠습니다. 준비도 했고 말순이도 멋있어졌으니까요. 그렇게 다시 타고 대회에 참가하면 결과에 따른 보상도 받게 됩니다.</a:t>
            </a:r>
          </a:p>
          <a:p>
            <a:endParaRPr/>
          </a:p>
          <a:p>
            <a:r>
              <a:t>진행</a:t>
            </a:r>
          </a:p>
          <a:p>
            <a:r>
              <a:t>컴퓨터 상대와 플레이하는 기능만 설명합니다. 상대의 구현 방식과 알고리즘 이야기는 넣지 않습니다.</a:t>
            </a:r>
          </a:p>
          <a:p>
            <a:endParaRPr/>
          </a:p>
          <a:p>
            <a:r>
              <a:t>넣을 사진</a:t>
            </a:r>
          </a:p>
          <a:p>
            <a:r>
              <a:t>혼자 달리는 사진 또는 여러 기승자가 함께 달리는 사진. 한 장만 넣어도 됩니다.</a:t>
            </a:r>
          </a:p>
          <a:p>
            <a:r>
              <a:t>사진 안내 상자와 두 안내 문구를 삭제하고 액자 안에 사진을 배치합니다. 배경 그림은 그대로 두면 됩니다.</a:t>
            </a:r>
          </a:p>
          <a:p>
            <a:endParaRPr/>
          </a:p>
          <a:p>
            <a:r>
              <a:t>자료 근거</a:t>
            </a:r>
          </a:p>
          <a:p>
            <a:r>
              <a:t>원본 기획서 8장 PVP·솔로·AI 모드. 컴퓨터 상대는 원본 AI 모드의 사용자 관점 설명.</a:t>
            </a:r>
          </a:p>
          <a:p>
            <a:r>
              <a:t>원본: 사용자 제공 「졸업을해보자.pptx」. 말순이와 옆집 말은 발표용 가상 이야기입니다.</a:t>
            </a:r>
          </a:p>
          <a:p>
            <a:endParaRPr/>
          </a:p>
          <a:p>
            <a:r>
              <a:t>배경 그림</a:t>
            </a:r>
          </a:p>
          <a:p>
            <a:r>
              <a:t>이미지 생성 도구로 제작한 발표용 자연·승마 분위기 배경입니다. 실제 게임 화면이 아닙니다. tack 배경 사용. 배경 제작 지시: 16:9 판타지 승마 게임의 회화적인 환경 그림, 상단과 왼쪽에는 문구를 위한 여백, 하단과 오른쪽에 초원·목장·숲길·말과 기승자의 작은 실루엣, 텍스트와 게임 UI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권장 발표 시간 40초</a:t>
            </a:r>
          </a:p>
          <a:p>
            <a:endParaRPr/>
          </a:p>
          <a:p>
            <a:r>
              <a:t>발표 멘트</a:t>
            </a:r>
          </a:p>
          <a:p>
            <a:r>
              <a:t>대회가 끝나면 순위에 따른 보상을 받습니다. 그리고 말순이와 다시 마을에 돌아옵니다. 다음 판 준비하러 왔는데 얘를 보니까 또 돌봐주고 싶고 꾸며주고 싶습니다. 직접 타면서 생긴 아쉬움이 육성으로 이어지고, 키운 말이 궁금해서 다시 타게 되는 흐름입니다. 마을에서는 말순이와 시간을 보내고 밖에서는 그 말을 직접 타는 겁니다. 하루를 마치기 전에 첫 장의 말순이를 다시 한번 보겠습니다.</a:t>
            </a:r>
          </a:p>
          <a:p>
            <a:endParaRPr/>
          </a:p>
          <a:p>
            <a:r>
              <a:t>진행</a:t>
            </a:r>
          </a:p>
          <a:p>
            <a:r>
              <a:t>정해지지 않은 보상 사용처와 재화 이름은 추가하지 않습니다. 순위 보상과 마을 귀환의 흐름을 설명합니다.</a:t>
            </a:r>
          </a:p>
          <a:p>
            <a:endParaRPr/>
          </a:p>
          <a:p>
            <a:r>
              <a:t>넣을 사진</a:t>
            </a:r>
          </a:p>
          <a:p>
            <a:r>
              <a:t>결과 보상 화면이나 말과 함께 마을에 돌아온 사진. 구체적인 보상 종류가 정해지지 않았다면 마을 장면을 사용합니다.</a:t>
            </a:r>
          </a:p>
          <a:p>
            <a:r>
              <a:t>사진 안내 상자와 두 안내 문구를 삭제하고 액자 안에 사진을 배치합니다. 배경 그림은 그대로 두면 됩니다.</a:t>
            </a:r>
          </a:p>
          <a:p>
            <a:endParaRPr/>
          </a:p>
          <a:p>
            <a:r>
              <a:t>자료 근거</a:t>
            </a:r>
          </a:p>
          <a:p>
            <a:r>
              <a:t>원본 기획서 8장 순위에 따른 보상, 6장 마을의 성장·관리 역할.</a:t>
            </a:r>
          </a:p>
          <a:p>
            <a:r>
              <a:t>원본: 사용자 제공 「졸업을해보자.pptx」. 말순이와 옆집 말은 발표용 가상 이야기입니다.</a:t>
            </a:r>
          </a:p>
          <a:p>
            <a:endParaRPr/>
          </a:p>
          <a:p>
            <a:r>
              <a:t>배경 그림</a:t>
            </a:r>
          </a:p>
          <a:p>
            <a:r>
              <a:t>이미지 생성 도구로 제작한 발표용 자연·승마 분위기 배경입니다. 실제 게임 화면이 아닙니다. village 배경 사용. 배경 제작 지시: 16:9 판타지 승마 게임의 회화적인 환경 그림, 상단과 왼쪽에는 문구를 위한 여백, 하단과 오른쪽에 초원·목장·숲길·말과 기승자의 작은 실루엣, 텍스트와 게임 UI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권장 발표 시간 35초</a:t>
            </a:r>
          </a:p>
          <a:p>
            <a:endParaRPr/>
          </a:p>
          <a:p>
            <a:r>
              <a:t>발표 멘트</a:t>
            </a:r>
          </a:p>
          <a:p>
            <a:r>
              <a:t>첫 장의 말순이입니다. 처음에는 그냥 말 한 마리였는데 이제 얘가 지면 좀 억울하지 않습니까? 우리는 말순이를 타고, 돌보고, 꾸미고, 다시 도전했습니다. 저희가 만들고 싶은 재미는 내가 키운 말을 직접 타고 함께 성장하는 경험입니다. 말에 애착이 생기고 내 승마 실력도 늘어서, 다음에는 더 잘 타보고 싶어지는 게임을 만들겠습니다. 감사합니다.</a:t>
            </a:r>
          </a:p>
          <a:p>
            <a:endParaRPr/>
          </a:p>
          <a:p>
            <a:r>
              <a:t>진행</a:t>
            </a:r>
          </a:p>
          <a:p>
            <a:r>
              <a:t>첫 장과 같은 사진을 가리킵니다. 마지막 멘트는 천천히 말합니다.</a:t>
            </a:r>
          </a:p>
          <a:p>
            <a:endParaRPr/>
          </a:p>
          <a:p>
            <a:r>
              <a:t>넣을 사진</a:t>
            </a:r>
          </a:p>
          <a:p>
            <a:r>
              <a:t>1장과 같은 말순이 사진. 처음에는 그냥 말이었지만 이제는 내 말처럼 느껴지는 마무리에 사용합니다.</a:t>
            </a:r>
          </a:p>
          <a:p>
            <a:r>
              <a:t>사진 안내 상자와 두 안내 문구를 삭제하고 액자 안에 사진을 배치합니다. 배경 그림은 그대로 두면 됩니다.</a:t>
            </a:r>
          </a:p>
          <a:p>
            <a:endParaRPr/>
          </a:p>
          <a:p>
            <a:r>
              <a:t>자료 근거</a:t>
            </a:r>
          </a:p>
          <a:p>
            <a:r>
              <a:t>원본 기획서 6장 애착·육성, 8장 승마·경쟁. 발표 시나리오 종합.</a:t>
            </a:r>
          </a:p>
          <a:p>
            <a:r>
              <a:t>원본: 사용자 제공 「졸업을해보자.pptx」. 말순이와 옆집 말은 발표용 가상 이야기입니다.</a:t>
            </a:r>
          </a:p>
          <a:p>
            <a:endParaRPr/>
          </a:p>
          <a:p>
            <a:r>
              <a:t>배경 그림</a:t>
            </a:r>
          </a:p>
          <a:p>
            <a:r>
              <a:t>이미지 생성 도구로 제작한 발표용 자연·승마 분위기 배경입니다. 실제 게임 화면이 아닙니다. meadow 배경 사용. 배경 제작 지시: 16:9 판타지 승마 게임의 회화적인 환경 그림, 상단과 왼쪽에는 문구를 위한 여백, 하단과 오른쪽에 초원·목장·숲길·말과 기승자의 작은 실루엣, 텍스트와 게임 UI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-47436"/>
            <a:ext cx="12192000" cy="6858000"/>
          </a:xfrm>
          <a:prstGeom prst="rect">
            <a:avLst/>
          </a:prstGeom>
        </p:spPr>
      </p:pic>
      <p:sp>
        <p:nvSpPr>
          <p:cNvPr id="2" name="문구 1">
            <a:extLst>
              <a:ext uri="{FF2B5EF4-FFF2-40B4-BE49-F238E27FC236}">
                <a16:creationId xmlns:a16="http://schemas.microsoft.com/office/drawing/2014/main" id="{E0E4D190-92F2-410D-957F-A728AB1CD5AD}"/>
              </a:ext>
            </a:extLst>
          </p:cNvPr>
          <p:cNvSpPr>
            <a:spLocks noGrp="1"/>
          </p:cNvSpPr>
          <p:nvPr/>
        </p:nvSpPr>
        <p:spPr>
          <a:xfrm>
            <a:off x="704850" y="361950"/>
            <a:ext cx="61912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>
                <a:solidFill>
                  <a:srgbClr val="466948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1800" b="0">
                <a:solidFill>
                  <a:srgbClr val="466948"/>
                </a:solidFill>
                <a:latin typeface="Pretendard SemiBold"/>
                <a:ea typeface="Pretendard SemiBold"/>
                <a:cs typeface="Pretendard SemiBold"/>
              </a:rPr>
              <a:t>졸업작품 기획 발표</a:t>
            </a:r>
          </a:p>
        </p:txBody>
      </p:sp>
      <p:sp>
        <p:nvSpPr>
          <p:cNvPr id="3" name="문구 2">
            <a:extLst>
              <a:ext uri="{FF2B5EF4-FFF2-40B4-BE49-F238E27FC236}">
                <a16:creationId xmlns:a16="http://schemas.microsoft.com/office/drawing/2014/main" id="{E61ADC8D-97A9-48B3-B770-0EAA30F469DC}"/>
              </a:ext>
            </a:extLst>
          </p:cNvPr>
          <p:cNvSpPr>
            <a:spLocks noGrp="1"/>
          </p:cNvSpPr>
          <p:nvPr/>
        </p:nvSpPr>
        <p:spPr>
          <a:xfrm>
            <a:off x="704850" y="633295"/>
            <a:ext cx="6286500" cy="1857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6000">
                <a:solidFill>
                  <a:srgbClr val="233C2C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lang="ko-KR" altLang="en-US" sz="6000" b="0" dirty="0" err="1">
                <a:solidFill>
                  <a:srgbClr val="233C2C"/>
                </a:solidFill>
                <a:latin typeface="Pretendard ExtraBold"/>
                <a:ea typeface="Pretendard ExtraBold"/>
                <a:cs typeface="Pretendard ExtraBold"/>
              </a:rPr>
              <a:t>말파이트</a:t>
            </a:r>
            <a:r>
              <a:rPr lang="ko-KR" altLang="en-US" sz="6000" b="0" dirty="0">
                <a:solidFill>
                  <a:srgbClr val="233C2C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altLang="ko-KR" sz="1050" b="0" dirty="0">
                <a:solidFill>
                  <a:srgbClr val="233C2C"/>
                </a:solidFill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lang="ko-KR" altLang="en-US" sz="1050" b="0" dirty="0">
                <a:solidFill>
                  <a:srgbClr val="233C2C"/>
                </a:solidFill>
                <a:latin typeface="Pretendard ExtraBold"/>
                <a:ea typeface="Pretendard ExtraBold"/>
                <a:cs typeface="Pretendard ExtraBold"/>
              </a:rPr>
              <a:t>임시제목</a:t>
            </a:r>
            <a:r>
              <a:rPr lang="en-US" altLang="ko-KR" sz="1050" b="0" dirty="0">
                <a:solidFill>
                  <a:srgbClr val="233C2C"/>
                </a:solidFill>
                <a:latin typeface="Pretendard ExtraBold"/>
                <a:ea typeface="Pretendard ExtraBold"/>
                <a:cs typeface="Pretendard ExtraBold"/>
              </a:rPr>
              <a:t>)</a:t>
            </a:r>
          </a:p>
          <a:p>
            <a:pPr algn="l">
              <a:defRPr sz="6000">
                <a:solidFill>
                  <a:srgbClr val="233C2C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lang="en-US" sz="3600" b="0" dirty="0">
                <a:solidFill>
                  <a:srgbClr val="233C2C"/>
                </a:solidFill>
                <a:latin typeface="Pretendard ExtraBold"/>
                <a:ea typeface="Pretendard ExtraBold"/>
                <a:cs typeface="Pretendard ExtraBold"/>
              </a:rPr>
              <a:t>(Horse Fight)</a:t>
            </a:r>
            <a:endParaRPr sz="3600" b="0" dirty="0">
              <a:solidFill>
                <a:srgbClr val="233C2C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4" name="문구 3">
            <a:extLst>
              <a:ext uri="{FF2B5EF4-FFF2-40B4-BE49-F238E27FC236}">
                <a16:creationId xmlns:a16="http://schemas.microsoft.com/office/drawing/2014/main" id="{7FC48498-0934-4DBE-9A21-D834E7184024}"/>
              </a:ext>
            </a:extLst>
          </p:cNvPr>
          <p:cNvSpPr>
            <a:spLocks noGrp="1"/>
          </p:cNvSpPr>
          <p:nvPr/>
        </p:nvSpPr>
        <p:spPr>
          <a:xfrm>
            <a:off x="768662" y="2442538"/>
            <a:ext cx="6286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>
                <a:solidFill>
                  <a:srgbClr val="466948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lang="ko-KR" altLang="en-US" sz="2175" b="1" dirty="0">
                <a:solidFill>
                  <a:srgbClr val="466948"/>
                </a:solidFill>
                <a:latin typeface="Pretendard"/>
                <a:ea typeface="Pretendard"/>
                <a:cs typeface="Pretendard"/>
              </a:rPr>
              <a:t>승마 레이싱 </a:t>
            </a:r>
            <a:r>
              <a:rPr lang="en-US" altLang="ko-KR" sz="2175" b="1" dirty="0">
                <a:solidFill>
                  <a:srgbClr val="466948"/>
                </a:solidFill>
                <a:latin typeface="Pretendard"/>
                <a:ea typeface="Pretendard"/>
                <a:cs typeface="Pretendard"/>
              </a:rPr>
              <a:t>&amp; </a:t>
            </a:r>
            <a:r>
              <a:rPr lang="ko-KR" altLang="en-US" sz="2175" b="1" dirty="0">
                <a:solidFill>
                  <a:srgbClr val="466948"/>
                </a:solidFill>
                <a:latin typeface="Pretendard"/>
                <a:ea typeface="Pretendard"/>
                <a:cs typeface="Pretendard"/>
              </a:rPr>
              <a:t>육성 </a:t>
            </a:r>
            <a:r>
              <a:rPr lang="en-US" altLang="ko-KR" sz="2175" b="1" dirty="0">
                <a:solidFill>
                  <a:srgbClr val="466948"/>
                </a:solidFill>
                <a:latin typeface="Pretendard"/>
                <a:ea typeface="Pretendard"/>
                <a:cs typeface="Pretendard"/>
              </a:rPr>
              <a:t>RPG</a:t>
            </a:r>
            <a:endParaRPr sz="2175" b="1" dirty="0">
              <a:solidFill>
                <a:srgbClr val="46694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문구 4">
            <a:extLst>
              <a:ext uri="{FF2B5EF4-FFF2-40B4-BE49-F238E27FC236}">
                <a16:creationId xmlns:a16="http://schemas.microsoft.com/office/drawing/2014/main" id="{528994E4-2EC6-41C6-8441-B5E5AD191BCE}"/>
              </a:ext>
            </a:extLst>
          </p:cNvPr>
          <p:cNvSpPr>
            <a:spLocks noGrp="1"/>
          </p:cNvSpPr>
          <p:nvPr/>
        </p:nvSpPr>
        <p:spPr>
          <a:xfrm>
            <a:off x="759137" y="2885450"/>
            <a:ext cx="6191250" cy="1057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>
                <a:solidFill>
                  <a:srgbClr val="233C2C"/>
                </a:solidFill>
                <a:latin typeface="Pretendard"/>
                <a:ea typeface="Pretendard"/>
                <a:cs typeface="Pretendard"/>
              </a:defRPr>
            </a:pPr>
            <a:r>
              <a:rPr sz="2550" b="0" dirty="0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“</a:t>
            </a:r>
            <a:r>
              <a:rPr lang="ko-KR" altLang="en-US" sz="2550" b="0" dirty="0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오늘부터 </a:t>
            </a:r>
            <a:r>
              <a:rPr lang="ko-KR" altLang="en-US" sz="2550" dirty="0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여러분의</a:t>
            </a:r>
            <a:r>
              <a:rPr sz="2550" b="0" dirty="0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550" b="0" dirty="0" err="1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말입니다</a:t>
            </a:r>
            <a:r>
              <a:rPr sz="2550" b="0" dirty="0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</a:p>
          <a:p>
            <a:pPr algn="l">
              <a:defRPr sz="2550">
                <a:solidFill>
                  <a:srgbClr val="233C2C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550" b="0" dirty="0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유기는</a:t>
            </a:r>
            <a:r>
              <a:rPr sz="2550" b="0" dirty="0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 안 </a:t>
            </a:r>
            <a:r>
              <a:rPr sz="2550" b="0" dirty="0" err="1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됩니다</a:t>
            </a:r>
            <a:r>
              <a:rPr sz="2550" b="0" dirty="0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.”</a:t>
            </a:r>
          </a:p>
        </p:txBody>
      </p:sp>
      <p:sp>
        <p:nvSpPr>
          <p:cNvPr id="6" name="사진 액자 — 이 테두리 안에 사진 삽입">
            <a:extLst>
              <a:ext uri="{FF2B5EF4-FFF2-40B4-BE49-F238E27FC236}">
                <a16:creationId xmlns:a16="http://schemas.microsoft.com/office/drawing/2014/main" id="{5BAD58E0-0F32-49D5-8B59-5A378B4CBDC7}"/>
              </a:ext>
            </a:extLst>
          </p:cNvPr>
          <p:cNvSpPr>
            <a:spLocks noGrp="1"/>
          </p:cNvSpPr>
          <p:nvPr/>
        </p:nvSpPr>
        <p:spPr>
          <a:xfrm>
            <a:off x="6814174" y="1304925"/>
            <a:ext cx="4653926" cy="2857500"/>
          </a:xfrm>
          <a:prstGeom prst="rect">
            <a:avLst/>
          </a:prstGeom>
          <a:noFill/>
          <a:ln w="15240">
            <a:solidFill>
              <a:srgbClr val="947742">
                <a:alpha val="6500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문구 5">
            <a:extLst>
              <a:ext uri="{FF2B5EF4-FFF2-40B4-BE49-F238E27FC236}">
                <a16:creationId xmlns:a16="http://schemas.microsoft.com/office/drawing/2014/main" id="{227AB698-1909-4F4B-A104-689F4F857A46}"/>
              </a:ext>
            </a:extLst>
          </p:cNvPr>
          <p:cNvSpPr>
            <a:spLocks noGrp="1"/>
          </p:cNvSpPr>
          <p:nvPr/>
        </p:nvSpPr>
        <p:spPr>
          <a:xfrm>
            <a:off x="723900" y="3843096"/>
            <a:ext cx="1910283" cy="98112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>
                <a:solidFill>
                  <a:srgbClr val="233C2C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575" b="0" dirty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rPr>
              <a:t>  2022184005 </a:t>
            </a:r>
            <a:r>
              <a:rPr sz="1575" b="0" dirty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rPr>
              <a:t>김경준  </a:t>
            </a:r>
            <a:endParaRPr lang="en-US" sz="1575" b="0" dirty="0">
              <a:solidFill>
                <a:schemeClr val="bg2">
                  <a:lumMod val="10000"/>
                </a:schemeClr>
              </a:solidFill>
              <a:latin typeface="Pretendard"/>
              <a:ea typeface="Pretendard"/>
              <a:cs typeface="Pretendard"/>
            </a:endParaRPr>
          </a:p>
          <a:p>
            <a:pPr algn="ctr">
              <a:defRPr sz="1575">
                <a:solidFill>
                  <a:srgbClr val="233C2C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575" b="0" dirty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rPr>
              <a:t>2022180038 </a:t>
            </a:r>
            <a:r>
              <a:rPr sz="1575" b="0" dirty="0" err="1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rPr>
              <a:t>정진영</a:t>
            </a:r>
            <a:endParaRPr lang="en-US" sz="1575" b="0" dirty="0">
              <a:solidFill>
                <a:schemeClr val="bg2">
                  <a:lumMod val="10000"/>
                </a:schemeClr>
              </a:solidFill>
              <a:latin typeface="Pretendard"/>
              <a:ea typeface="Pretendard"/>
              <a:cs typeface="Pretendard"/>
            </a:endParaRPr>
          </a:p>
          <a:p>
            <a:pPr algn="ctr">
              <a:defRPr sz="1575">
                <a:solidFill>
                  <a:srgbClr val="233C2C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575" b="0" dirty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rPr>
              <a:t>2024180002 </a:t>
            </a:r>
            <a:r>
              <a:rPr sz="1575" b="0" dirty="0" err="1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rPr>
              <a:t>강석주</a:t>
            </a:r>
            <a:endParaRPr sz="1575" b="0" dirty="0">
              <a:solidFill>
                <a:schemeClr val="bg2">
                  <a:lumMod val="1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13" name="1장 사진">
            <a:extLst>
              <a:ext uri="{FF2B5EF4-FFF2-40B4-BE49-F238E27FC236}">
                <a16:creationId xmlns:a16="http://schemas.microsoft.com/office/drawing/2014/main" id="{5A222B82-004B-84AA-66B8-6169AA85A0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09424" y="1400175"/>
            <a:ext cx="4463426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33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문구 7">
            <a:extLst>
              <a:ext uri="{FF2B5EF4-FFF2-40B4-BE49-F238E27FC236}">
                <a16:creationId xmlns:a16="http://schemas.microsoft.com/office/drawing/2014/main" id="{2FF039A5-F691-424D-91A3-F96842A3C708}"/>
              </a:ext>
            </a:extLst>
          </p:cNvPr>
          <p:cNvSpPr>
            <a:spLocks noGrp="1"/>
          </p:cNvSpPr>
          <p:nvPr/>
        </p:nvSpPr>
        <p:spPr>
          <a:xfrm>
            <a:off x="657225" y="361950"/>
            <a:ext cx="6477000" cy="142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275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4275" b="0" dirty="0" err="1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일단</a:t>
            </a:r>
            <a:r>
              <a:rPr sz="4275" b="0" dirty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sz="4275" b="0" dirty="0" err="1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타봅시다</a:t>
            </a:r>
            <a:endParaRPr sz="4275" b="0" dirty="0">
              <a:solidFill>
                <a:srgbClr val="FBF5DE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3" name="문구 8">
            <a:extLst>
              <a:ext uri="{FF2B5EF4-FFF2-40B4-BE49-F238E27FC236}">
                <a16:creationId xmlns:a16="http://schemas.microsoft.com/office/drawing/2014/main" id="{E1E66CBB-47D5-4339-A0B2-98000365F3BD}"/>
              </a:ext>
            </a:extLst>
          </p:cNvPr>
          <p:cNvSpPr>
            <a:spLocks noGrp="1"/>
          </p:cNvSpPr>
          <p:nvPr/>
        </p:nvSpPr>
        <p:spPr>
          <a:xfrm>
            <a:off x="704850" y="1914525"/>
            <a:ext cx="6334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lang="ko-KR" altLang="en-US" sz="1950" b="1" dirty="0">
                <a:solidFill>
                  <a:srgbClr val="F0C47C"/>
                </a:solidFill>
                <a:latin typeface="Pretendard"/>
                <a:ea typeface="Pretendard"/>
                <a:cs typeface="Pretendard"/>
              </a:rPr>
              <a:t>레이싱 시스템</a:t>
            </a:r>
            <a:endParaRPr sz="1950" b="1" dirty="0">
              <a:solidFill>
                <a:srgbClr val="F0C47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문구 9">
            <a:extLst>
              <a:ext uri="{FF2B5EF4-FFF2-40B4-BE49-F238E27FC236}">
                <a16:creationId xmlns:a16="http://schemas.microsoft.com/office/drawing/2014/main" id="{7AA53EE2-A30F-437B-9F28-5164EE7E39D8}"/>
              </a:ext>
            </a:extLst>
          </p:cNvPr>
          <p:cNvSpPr>
            <a:spLocks noGrp="1"/>
          </p:cNvSpPr>
          <p:nvPr/>
        </p:nvSpPr>
        <p:spPr>
          <a:xfrm>
            <a:off x="704850" y="2495550"/>
            <a:ext cx="6057900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“</a:t>
            </a:r>
            <a:r>
              <a:rPr sz="2400" b="0" dirty="0" err="1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이렇게</a:t>
            </a: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400" b="0" dirty="0" err="1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예쁜</a:t>
            </a: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400" b="0" dirty="0" err="1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말을</a:t>
            </a: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400" b="0" dirty="0" err="1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받았는데</a:t>
            </a:r>
            <a:endParaRPr sz="2400" b="0" dirty="0">
              <a:solidFill>
                <a:srgbClr val="FBF5DE"/>
              </a:solidFill>
              <a:latin typeface="Pretendard SemiBold"/>
              <a:ea typeface="Pretendard SemiBold"/>
              <a:cs typeface="Pretendard SemiBold"/>
            </a:endParaRPr>
          </a:p>
          <a:p>
            <a:pPr algn="l">
              <a:defRPr sz="240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2400" b="0" dirty="0" err="1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일단</a:t>
            </a: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400" b="0" dirty="0" err="1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타봐야죠</a:t>
            </a: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.”</a:t>
            </a:r>
          </a:p>
        </p:txBody>
      </p:sp>
      <p:sp>
        <p:nvSpPr>
          <p:cNvPr id="5" name="문구 10">
            <a:extLst>
              <a:ext uri="{FF2B5EF4-FFF2-40B4-BE49-F238E27FC236}">
                <a16:creationId xmlns:a16="http://schemas.microsoft.com/office/drawing/2014/main" id="{1E47F83D-2B33-455F-B885-119DCCBC6B5E}"/>
              </a:ext>
            </a:extLst>
          </p:cNvPr>
          <p:cNvSpPr>
            <a:spLocks noGrp="1"/>
          </p:cNvSpPr>
          <p:nvPr/>
        </p:nvSpPr>
        <p:spPr>
          <a:xfrm>
            <a:off x="704850" y="3781425"/>
            <a:ext cx="6105525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DBE6CE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>
                <a:solidFill>
                  <a:srgbClr val="DBE6CE"/>
                </a:solidFill>
                <a:latin typeface="Pretendard"/>
                <a:ea typeface="Pretendard"/>
                <a:cs typeface="Pretendard"/>
              </a:rPr>
              <a:t>직접 키운 말로 경마 레이싱</a:t>
            </a:r>
            <a:endParaRPr lang="en-US" altLang="ko-KR" sz="2100" b="0" dirty="0">
              <a:solidFill>
                <a:srgbClr val="DBE6CE"/>
              </a:solidFill>
              <a:latin typeface="Pretendard"/>
              <a:ea typeface="Pretendard"/>
              <a:cs typeface="Pretendard"/>
            </a:endParaRPr>
          </a:p>
          <a:p>
            <a:pPr algn="l">
              <a:defRPr sz="2100">
                <a:solidFill>
                  <a:srgbClr val="DBE6CE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>
                <a:solidFill>
                  <a:srgbClr val="DBE6CE"/>
                </a:solidFill>
                <a:latin typeface="Pretendard"/>
                <a:ea typeface="Pretendard"/>
                <a:cs typeface="Pretendard"/>
              </a:rPr>
              <a:t>승마만의 독특한 레이싱 감각</a:t>
            </a:r>
            <a:endParaRPr lang="en-US" altLang="ko-KR" sz="2100" b="0" dirty="0">
              <a:solidFill>
                <a:srgbClr val="DBE6CE"/>
              </a:solidFill>
              <a:latin typeface="Pretendard"/>
              <a:ea typeface="Pretendard"/>
              <a:cs typeface="Pretendard"/>
            </a:endParaRPr>
          </a:p>
          <a:p>
            <a:pPr algn="l">
              <a:defRPr sz="2100">
                <a:solidFill>
                  <a:srgbClr val="DBE6CE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>
                <a:solidFill>
                  <a:srgbClr val="DBE6CE"/>
                </a:solidFill>
                <a:latin typeface="Pretendard"/>
                <a:ea typeface="Pretendard"/>
                <a:cs typeface="Pretendard"/>
              </a:rPr>
              <a:t>플레이어와 말이 호흡할 수 있는 시스템</a:t>
            </a:r>
            <a:endParaRPr lang="en-US" altLang="ko-KR" sz="2100" b="0" dirty="0">
              <a:solidFill>
                <a:srgbClr val="DBE6C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사진 액자 — 이 테두리 안에 사진 삽입">
            <a:extLst>
              <a:ext uri="{FF2B5EF4-FFF2-40B4-BE49-F238E27FC236}">
                <a16:creationId xmlns:a16="http://schemas.microsoft.com/office/drawing/2014/main" id="{39BCD2AA-C05A-4758-84E2-3A53DD3B7938}"/>
              </a:ext>
            </a:extLst>
          </p:cNvPr>
          <p:cNvSpPr>
            <a:spLocks noGrp="1"/>
          </p:cNvSpPr>
          <p:nvPr/>
        </p:nvSpPr>
        <p:spPr>
          <a:xfrm>
            <a:off x="7088306" y="1190625"/>
            <a:ext cx="4455994" cy="2590800"/>
          </a:xfrm>
          <a:prstGeom prst="rect">
            <a:avLst/>
          </a:prstGeom>
          <a:noFill/>
          <a:ln w="15240">
            <a:solidFill>
              <a:srgbClr val="E7CF92">
                <a:alpha val="6500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2장 사진">
            <a:extLst>
              <a:ext uri="{FF2B5EF4-FFF2-40B4-BE49-F238E27FC236}">
                <a16:creationId xmlns:a16="http://schemas.microsoft.com/office/drawing/2014/main" id="{27A02A32-89D2-1664-880F-D90A19951B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83556" y="1285875"/>
            <a:ext cx="4265494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752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문구 12">
            <a:extLst>
              <a:ext uri="{FF2B5EF4-FFF2-40B4-BE49-F238E27FC236}">
                <a16:creationId xmlns:a16="http://schemas.microsoft.com/office/drawing/2014/main" id="{E1C217D0-33EF-4760-A914-03103595A2B2}"/>
              </a:ext>
            </a:extLst>
          </p:cNvPr>
          <p:cNvSpPr>
            <a:spLocks noGrp="1"/>
          </p:cNvSpPr>
          <p:nvPr/>
        </p:nvSpPr>
        <p:spPr>
          <a:xfrm>
            <a:off x="657225" y="361950"/>
            <a:ext cx="6477000" cy="142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275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4275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옆집 말이</a:t>
            </a:r>
          </a:p>
          <a:p>
            <a:pPr algn="l">
              <a:defRPr sz="4275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4275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시비를 겁니다</a:t>
            </a:r>
          </a:p>
        </p:txBody>
      </p:sp>
      <p:sp>
        <p:nvSpPr>
          <p:cNvPr id="3" name="문구 13">
            <a:extLst>
              <a:ext uri="{FF2B5EF4-FFF2-40B4-BE49-F238E27FC236}">
                <a16:creationId xmlns:a16="http://schemas.microsoft.com/office/drawing/2014/main" id="{230605DE-E564-416B-9963-E8BD5F4C0815}"/>
              </a:ext>
            </a:extLst>
          </p:cNvPr>
          <p:cNvSpPr>
            <a:spLocks noGrp="1"/>
          </p:cNvSpPr>
          <p:nvPr/>
        </p:nvSpPr>
        <p:spPr>
          <a:xfrm>
            <a:off x="704850" y="1914525"/>
            <a:ext cx="6334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lang="ko-KR" altLang="en-US" sz="1950" b="1" dirty="0">
                <a:solidFill>
                  <a:srgbClr val="F0C47C"/>
                </a:solidFill>
                <a:latin typeface="Pretendard"/>
                <a:ea typeface="Pretendard"/>
                <a:cs typeface="Pretendard"/>
              </a:rPr>
              <a:t>멀티 레이싱</a:t>
            </a:r>
            <a:endParaRPr sz="1950" b="1" dirty="0">
              <a:solidFill>
                <a:srgbClr val="F0C47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문구 14">
            <a:extLst>
              <a:ext uri="{FF2B5EF4-FFF2-40B4-BE49-F238E27FC236}">
                <a16:creationId xmlns:a16="http://schemas.microsoft.com/office/drawing/2014/main" id="{34EDDA24-D789-4D24-91E7-A0094F678149}"/>
              </a:ext>
            </a:extLst>
          </p:cNvPr>
          <p:cNvSpPr>
            <a:spLocks noGrp="1"/>
          </p:cNvSpPr>
          <p:nvPr/>
        </p:nvSpPr>
        <p:spPr>
          <a:xfrm>
            <a:off x="704850" y="2705100"/>
            <a:ext cx="6057900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“왜 </a:t>
            </a:r>
            <a:r>
              <a:rPr sz="2400" b="0" dirty="0" err="1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추월하면서</a:t>
            </a: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400" b="0" dirty="0" err="1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쳐다보죠</a:t>
            </a: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?</a:t>
            </a:r>
          </a:p>
          <a:p>
            <a:pPr algn="l">
              <a:defRPr sz="240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lang="ko-KR" altLang="en-US"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짜증나네</a:t>
            </a:r>
            <a:r>
              <a:rPr lang="en-US" altLang="ko-KR"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? </a:t>
            </a:r>
            <a:r>
              <a:rPr sz="2400" b="0" dirty="0" err="1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따라가겠습니다</a:t>
            </a: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.”</a:t>
            </a:r>
          </a:p>
        </p:txBody>
      </p:sp>
      <p:sp>
        <p:nvSpPr>
          <p:cNvPr id="5" name="문구 15">
            <a:extLst>
              <a:ext uri="{FF2B5EF4-FFF2-40B4-BE49-F238E27FC236}">
                <a16:creationId xmlns:a16="http://schemas.microsoft.com/office/drawing/2014/main" id="{7133A7F6-8D5F-4651-B2CF-20FD6828C13F}"/>
              </a:ext>
            </a:extLst>
          </p:cNvPr>
          <p:cNvSpPr>
            <a:spLocks noGrp="1"/>
          </p:cNvSpPr>
          <p:nvPr/>
        </p:nvSpPr>
        <p:spPr>
          <a:xfrm>
            <a:off x="714375" y="4048125"/>
            <a:ext cx="6105525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DBE6CE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>
                <a:solidFill>
                  <a:srgbClr val="DBE6CE"/>
                </a:solidFill>
                <a:latin typeface="Pretendard"/>
                <a:ea typeface="Pretendard"/>
                <a:cs typeface="Pretendard"/>
              </a:rPr>
              <a:t>다인 실시간 대전</a:t>
            </a:r>
            <a:endParaRPr sz="2100" b="0" dirty="0">
              <a:solidFill>
                <a:srgbClr val="DBE6CE"/>
              </a:solidFill>
              <a:latin typeface="Pretendard"/>
              <a:ea typeface="Pretendard"/>
              <a:cs typeface="Pretendard"/>
            </a:endParaRPr>
          </a:p>
          <a:p>
            <a:pPr algn="l">
              <a:defRPr sz="2100">
                <a:solidFill>
                  <a:srgbClr val="DBE6CE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>
                <a:solidFill>
                  <a:srgbClr val="DBE6CE"/>
                </a:solidFill>
                <a:latin typeface="Pretendard"/>
                <a:ea typeface="Pretendard"/>
                <a:cs typeface="Pretendard"/>
              </a:rPr>
              <a:t>몸싸움 등 멀티플레이 변수 창출</a:t>
            </a:r>
            <a:endParaRPr sz="2100" b="0" dirty="0">
              <a:solidFill>
                <a:srgbClr val="DBE6C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사진 액자 — 이 테두리 안에 사진 삽입">
            <a:extLst>
              <a:ext uri="{FF2B5EF4-FFF2-40B4-BE49-F238E27FC236}">
                <a16:creationId xmlns:a16="http://schemas.microsoft.com/office/drawing/2014/main" id="{E096A996-B256-42B9-82FD-492BD1882752}"/>
              </a:ext>
            </a:extLst>
          </p:cNvPr>
          <p:cNvSpPr>
            <a:spLocks noGrp="1"/>
          </p:cNvSpPr>
          <p:nvPr/>
        </p:nvSpPr>
        <p:spPr>
          <a:xfrm>
            <a:off x="7088306" y="1190625"/>
            <a:ext cx="4455994" cy="2590800"/>
          </a:xfrm>
          <a:prstGeom prst="rect">
            <a:avLst/>
          </a:prstGeom>
          <a:noFill/>
          <a:ln w="15240">
            <a:solidFill>
              <a:srgbClr val="E7CF92">
                <a:alpha val="6500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3장 사진">
            <a:extLst>
              <a:ext uri="{FF2B5EF4-FFF2-40B4-BE49-F238E27FC236}">
                <a16:creationId xmlns:a16="http://schemas.microsoft.com/office/drawing/2014/main" id="{998A573A-382B-F2DB-5EAA-45100F6E28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83556" y="1285875"/>
            <a:ext cx="4265494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7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문구 17">
            <a:extLst>
              <a:ext uri="{FF2B5EF4-FFF2-40B4-BE49-F238E27FC236}">
                <a16:creationId xmlns:a16="http://schemas.microsoft.com/office/drawing/2014/main" id="{17500B5E-1A6E-451A-B207-94F33BE5881A}"/>
              </a:ext>
            </a:extLst>
          </p:cNvPr>
          <p:cNvSpPr>
            <a:spLocks noGrp="1"/>
          </p:cNvSpPr>
          <p:nvPr/>
        </p:nvSpPr>
        <p:spPr>
          <a:xfrm>
            <a:off x="657225" y="361950"/>
            <a:ext cx="6477000" cy="142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275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4275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말순아,</a:t>
            </a:r>
          </a:p>
          <a:p>
            <a:pPr algn="l">
              <a:defRPr sz="4275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4275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우리 대화 좀 하자</a:t>
            </a:r>
          </a:p>
        </p:txBody>
      </p:sp>
      <p:sp>
        <p:nvSpPr>
          <p:cNvPr id="3" name="문구 18">
            <a:extLst>
              <a:ext uri="{FF2B5EF4-FFF2-40B4-BE49-F238E27FC236}">
                <a16:creationId xmlns:a16="http://schemas.microsoft.com/office/drawing/2014/main" id="{7B505D95-47B6-44B3-9828-08D33CBDD06B}"/>
              </a:ext>
            </a:extLst>
          </p:cNvPr>
          <p:cNvSpPr>
            <a:spLocks noGrp="1"/>
          </p:cNvSpPr>
          <p:nvPr/>
        </p:nvSpPr>
        <p:spPr>
          <a:xfrm>
            <a:off x="704850" y="1914525"/>
            <a:ext cx="6334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1950" b="1" dirty="0" err="1">
                <a:solidFill>
                  <a:srgbClr val="F0C47C"/>
                </a:solidFill>
                <a:latin typeface="Pretendard"/>
                <a:ea typeface="Pretendard"/>
                <a:cs typeface="Pretendard"/>
              </a:rPr>
              <a:t>장애물</a:t>
            </a:r>
            <a:r>
              <a:rPr lang="en-US" sz="1950" b="1" dirty="0">
                <a:solidFill>
                  <a:srgbClr val="F0C47C"/>
                </a:solidFill>
                <a:latin typeface="Pretendard"/>
                <a:ea typeface="Pretendard"/>
                <a:cs typeface="Pretendard"/>
              </a:rPr>
              <a:t> &amp; </a:t>
            </a:r>
            <a:r>
              <a:rPr lang="ko-KR" altLang="en-US" sz="1950" b="1" dirty="0">
                <a:solidFill>
                  <a:srgbClr val="F0C47C"/>
                </a:solidFill>
                <a:latin typeface="Pretendard"/>
                <a:ea typeface="Pretendard"/>
                <a:cs typeface="Pretendard"/>
              </a:rPr>
              <a:t>다양한 코스</a:t>
            </a:r>
            <a:endParaRPr sz="1950" b="1" dirty="0">
              <a:solidFill>
                <a:srgbClr val="F0C47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문구 19">
            <a:extLst>
              <a:ext uri="{FF2B5EF4-FFF2-40B4-BE49-F238E27FC236}">
                <a16:creationId xmlns:a16="http://schemas.microsoft.com/office/drawing/2014/main" id="{83A05A74-A07B-47D9-899C-97136E341EAE}"/>
              </a:ext>
            </a:extLst>
          </p:cNvPr>
          <p:cNvSpPr>
            <a:spLocks noGrp="1"/>
          </p:cNvSpPr>
          <p:nvPr/>
        </p:nvSpPr>
        <p:spPr>
          <a:xfrm>
            <a:off x="704850" y="2705100"/>
            <a:ext cx="6057900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2250" b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“네가 느린 건지 내가 못 타는 건지,</a:t>
            </a:r>
          </a:p>
          <a:p>
            <a:pPr algn="l">
              <a:defRPr sz="225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2250" b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일단 둘 다 의심스럽다.”</a:t>
            </a:r>
          </a:p>
        </p:txBody>
      </p:sp>
      <p:sp>
        <p:nvSpPr>
          <p:cNvPr id="5" name="문구 20">
            <a:extLst>
              <a:ext uri="{FF2B5EF4-FFF2-40B4-BE49-F238E27FC236}">
                <a16:creationId xmlns:a16="http://schemas.microsoft.com/office/drawing/2014/main" id="{35BE19A3-A76B-47F1-B07A-10DB113D2FF6}"/>
              </a:ext>
            </a:extLst>
          </p:cNvPr>
          <p:cNvSpPr>
            <a:spLocks noGrp="1"/>
          </p:cNvSpPr>
          <p:nvPr/>
        </p:nvSpPr>
        <p:spPr>
          <a:xfrm>
            <a:off x="714375" y="4048125"/>
            <a:ext cx="6105525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DBE6CE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 err="1">
                <a:solidFill>
                  <a:srgbClr val="DBE6CE"/>
                </a:solidFill>
                <a:latin typeface="Pretendard"/>
                <a:ea typeface="Pretendard"/>
                <a:cs typeface="Pretendard"/>
              </a:rPr>
              <a:t>특색있는</a:t>
            </a:r>
            <a:r>
              <a:rPr lang="ko-KR" altLang="en-US" sz="2100" b="0" dirty="0">
                <a:solidFill>
                  <a:srgbClr val="DBE6CE"/>
                </a:solidFill>
                <a:latin typeface="Pretendard"/>
                <a:ea typeface="Pretendard"/>
                <a:cs typeface="Pretendard"/>
              </a:rPr>
              <a:t> 장애물과 다양한 코스로</a:t>
            </a:r>
            <a:endParaRPr lang="en-US" altLang="ko-KR" sz="2100" b="0" dirty="0">
              <a:solidFill>
                <a:srgbClr val="DBE6CE"/>
              </a:solidFill>
              <a:latin typeface="Pretendard"/>
              <a:ea typeface="Pretendard"/>
              <a:cs typeface="Pretendard"/>
            </a:endParaRPr>
          </a:p>
          <a:p>
            <a:pPr algn="l">
              <a:defRPr sz="2100">
                <a:solidFill>
                  <a:srgbClr val="DBE6CE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>
                <a:solidFill>
                  <a:srgbClr val="DBE6CE"/>
                </a:solidFill>
                <a:latin typeface="Pretendard"/>
                <a:ea typeface="Pretendard"/>
                <a:cs typeface="Pretendard"/>
              </a:rPr>
              <a:t>반복 숙달 및 말 성장 요구</a:t>
            </a:r>
            <a:endParaRPr lang="en-US" altLang="ko-KR" sz="2100" b="0" dirty="0">
              <a:solidFill>
                <a:srgbClr val="DBE6C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사진 액자 — 이 테두리 안에 사진 삽입">
            <a:extLst>
              <a:ext uri="{FF2B5EF4-FFF2-40B4-BE49-F238E27FC236}">
                <a16:creationId xmlns:a16="http://schemas.microsoft.com/office/drawing/2014/main" id="{E3EFFB5D-79B0-466C-AEE1-7083DDAF47A2}"/>
              </a:ext>
            </a:extLst>
          </p:cNvPr>
          <p:cNvSpPr>
            <a:spLocks noGrp="1"/>
          </p:cNvSpPr>
          <p:nvPr/>
        </p:nvSpPr>
        <p:spPr>
          <a:xfrm>
            <a:off x="7088868" y="1190625"/>
            <a:ext cx="4455433" cy="2590800"/>
          </a:xfrm>
          <a:prstGeom prst="rect">
            <a:avLst/>
          </a:prstGeom>
          <a:noFill/>
          <a:ln w="15240">
            <a:solidFill>
              <a:srgbClr val="E7CF92">
                <a:alpha val="6500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4장 사진">
            <a:extLst>
              <a:ext uri="{FF2B5EF4-FFF2-40B4-BE49-F238E27FC236}">
                <a16:creationId xmlns:a16="http://schemas.microsoft.com/office/drawing/2014/main" id="{2AF85748-45B0-4318-2ACD-851483DBA2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117" y="1285875"/>
            <a:ext cx="4264933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52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문구 22">
            <a:extLst>
              <a:ext uri="{FF2B5EF4-FFF2-40B4-BE49-F238E27FC236}">
                <a16:creationId xmlns:a16="http://schemas.microsoft.com/office/drawing/2014/main" id="{02353AED-F9A5-4061-BECB-4992F3D47077}"/>
              </a:ext>
            </a:extLst>
          </p:cNvPr>
          <p:cNvSpPr>
            <a:spLocks noGrp="1"/>
          </p:cNvSpPr>
          <p:nvPr/>
        </p:nvSpPr>
        <p:spPr>
          <a:xfrm>
            <a:off x="657225" y="361950"/>
            <a:ext cx="6477000" cy="142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275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4275" b="0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rPr>
              <a:t>알고 보니</a:t>
            </a:r>
          </a:p>
          <a:p>
            <a:pPr algn="l">
              <a:defRPr sz="4275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4275" b="0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rPr>
              <a:t>밥도 안 줬습니다</a:t>
            </a:r>
          </a:p>
        </p:txBody>
      </p:sp>
      <p:sp>
        <p:nvSpPr>
          <p:cNvPr id="3" name="문구 23">
            <a:extLst>
              <a:ext uri="{FF2B5EF4-FFF2-40B4-BE49-F238E27FC236}">
                <a16:creationId xmlns:a16="http://schemas.microsoft.com/office/drawing/2014/main" id="{80431C91-91D7-452D-9D02-864CCBFC4AD9}"/>
              </a:ext>
            </a:extLst>
          </p:cNvPr>
          <p:cNvSpPr>
            <a:spLocks noGrp="1"/>
          </p:cNvSpPr>
          <p:nvPr/>
        </p:nvSpPr>
        <p:spPr>
          <a:xfrm>
            <a:off x="704850" y="1914525"/>
            <a:ext cx="6334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866232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1950" b="1" dirty="0" err="1">
                <a:solidFill>
                  <a:srgbClr val="866232"/>
                </a:solidFill>
                <a:latin typeface="Pretendard"/>
                <a:ea typeface="Pretendard"/>
                <a:cs typeface="Pretendard"/>
              </a:rPr>
              <a:t>마을</a:t>
            </a:r>
            <a:r>
              <a:rPr sz="1950" b="1" dirty="0">
                <a:solidFill>
                  <a:srgbClr val="866232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950" b="1" dirty="0" err="1">
                <a:solidFill>
                  <a:srgbClr val="866232"/>
                </a:solidFill>
                <a:latin typeface="Pretendard"/>
                <a:ea typeface="Pretendard"/>
                <a:cs typeface="Pretendard"/>
              </a:rPr>
              <a:t>사육</a:t>
            </a:r>
            <a:r>
              <a:rPr sz="1950" b="1" dirty="0">
                <a:solidFill>
                  <a:srgbClr val="866232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950" b="1" dirty="0" err="1">
                <a:solidFill>
                  <a:srgbClr val="866232"/>
                </a:solidFill>
                <a:latin typeface="Pretendard"/>
                <a:ea typeface="Pretendard"/>
                <a:cs typeface="Pretendard"/>
              </a:rPr>
              <a:t>직접적인</a:t>
            </a:r>
            <a:r>
              <a:rPr sz="1950" b="1" dirty="0">
                <a:solidFill>
                  <a:srgbClr val="8662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1" dirty="0" err="1">
                <a:solidFill>
                  <a:srgbClr val="866232"/>
                </a:solidFill>
                <a:latin typeface="Pretendard"/>
                <a:ea typeface="Pretendard"/>
                <a:cs typeface="Pretendard"/>
              </a:rPr>
              <a:t>상호작용</a:t>
            </a:r>
            <a:endParaRPr sz="1950" b="1" dirty="0">
              <a:solidFill>
                <a:srgbClr val="86623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문구 24">
            <a:extLst>
              <a:ext uri="{FF2B5EF4-FFF2-40B4-BE49-F238E27FC236}">
                <a16:creationId xmlns:a16="http://schemas.microsoft.com/office/drawing/2014/main" id="{34097CA4-3930-4A1D-80C5-0C9BA085F7EA}"/>
              </a:ext>
            </a:extLst>
          </p:cNvPr>
          <p:cNvSpPr>
            <a:spLocks noGrp="1"/>
          </p:cNvSpPr>
          <p:nvPr/>
        </p:nvSpPr>
        <p:spPr>
          <a:xfrm>
            <a:off x="704850" y="2705100"/>
            <a:ext cx="6057900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2400" b="0" dirty="0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“</a:t>
            </a:r>
            <a:r>
              <a:rPr lang="ko-KR" altLang="en-US" sz="2400" b="0" dirty="0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아 너 </a:t>
            </a:r>
            <a:r>
              <a:rPr lang="ko-KR" altLang="en-US" sz="2400" b="0" dirty="0" err="1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달릴줄</a:t>
            </a:r>
            <a:r>
              <a:rPr lang="ko-KR" altLang="en-US" sz="2400" b="0" dirty="0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 잘 모르는구나</a:t>
            </a:r>
            <a:r>
              <a:rPr sz="2400" b="0" dirty="0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</a:p>
          <a:p>
            <a:pPr algn="l">
              <a:defRPr sz="2400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2400" b="0" dirty="0" err="1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제가</a:t>
            </a:r>
            <a:r>
              <a:rPr sz="2400" b="0" dirty="0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400" b="0" dirty="0" err="1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문제였습니다</a:t>
            </a:r>
            <a:r>
              <a:rPr sz="2400" b="0" dirty="0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.”</a:t>
            </a:r>
          </a:p>
        </p:txBody>
      </p:sp>
      <p:sp>
        <p:nvSpPr>
          <p:cNvPr id="5" name="문구 25">
            <a:extLst>
              <a:ext uri="{FF2B5EF4-FFF2-40B4-BE49-F238E27FC236}">
                <a16:creationId xmlns:a16="http://schemas.microsoft.com/office/drawing/2014/main" id="{27B63B2C-14DE-4E17-96ED-E972E3B9F6A2}"/>
              </a:ext>
            </a:extLst>
          </p:cNvPr>
          <p:cNvSpPr>
            <a:spLocks noGrp="1"/>
          </p:cNvSpPr>
          <p:nvPr/>
        </p:nvSpPr>
        <p:spPr>
          <a:xfrm>
            <a:off x="714375" y="4048125"/>
            <a:ext cx="6105525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483826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육성 컨텐츠의 허브 </a:t>
            </a:r>
            <a:r>
              <a:rPr lang="en-US" altLang="ko-KR" sz="2100" b="0" dirty="0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2100" b="0" dirty="0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마을</a:t>
            </a:r>
            <a:endParaRPr lang="en-US" altLang="ko-KR" sz="2100" b="0" dirty="0">
              <a:solidFill>
                <a:srgbClr val="483826"/>
              </a:solidFill>
              <a:latin typeface="Pretendard"/>
              <a:ea typeface="Pretendard"/>
              <a:cs typeface="Pretendard"/>
            </a:endParaRPr>
          </a:p>
          <a:p>
            <a:pPr algn="l">
              <a:defRPr sz="2100">
                <a:solidFill>
                  <a:srgbClr val="483826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 err="1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밥먹이기</a:t>
            </a:r>
            <a:r>
              <a:rPr lang="ko-KR" altLang="en-US" sz="2100" b="0" dirty="0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 등 애착 형성 활동</a:t>
            </a:r>
            <a:endParaRPr lang="en-US" altLang="ko-KR" sz="2100" b="0" dirty="0">
              <a:solidFill>
                <a:srgbClr val="483826"/>
              </a:solidFill>
              <a:latin typeface="Pretendard"/>
              <a:ea typeface="Pretendard"/>
              <a:cs typeface="Pretendard"/>
            </a:endParaRPr>
          </a:p>
          <a:p>
            <a:pPr algn="l">
              <a:defRPr sz="2100">
                <a:solidFill>
                  <a:srgbClr val="483826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다른 사람과 만나 이루어지는 커뮤니티</a:t>
            </a:r>
            <a:endParaRPr lang="en-US" altLang="ko-KR" sz="2100" b="0" dirty="0">
              <a:solidFill>
                <a:srgbClr val="4838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사진 액자 — 이 테두리 안에 사진 삽입">
            <a:extLst>
              <a:ext uri="{FF2B5EF4-FFF2-40B4-BE49-F238E27FC236}">
                <a16:creationId xmlns:a16="http://schemas.microsoft.com/office/drawing/2014/main" id="{ABD115EA-F6AD-438C-AD82-833611836BE0}"/>
              </a:ext>
            </a:extLst>
          </p:cNvPr>
          <p:cNvSpPr>
            <a:spLocks noGrp="1"/>
          </p:cNvSpPr>
          <p:nvPr/>
        </p:nvSpPr>
        <p:spPr>
          <a:xfrm>
            <a:off x="7088868" y="1190625"/>
            <a:ext cx="4455433" cy="2590800"/>
          </a:xfrm>
          <a:prstGeom prst="rect">
            <a:avLst/>
          </a:prstGeom>
          <a:noFill/>
          <a:ln w="15240">
            <a:solidFill>
              <a:srgbClr val="947742">
                <a:alpha val="6500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5장 사진">
            <a:extLst>
              <a:ext uri="{FF2B5EF4-FFF2-40B4-BE49-F238E27FC236}">
                <a16:creationId xmlns:a16="http://schemas.microsoft.com/office/drawing/2014/main" id="{D3590274-3B1F-F6A3-F9AE-2E26B6B11A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117" y="1285875"/>
            <a:ext cx="4264933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3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문구 27">
            <a:extLst>
              <a:ext uri="{FF2B5EF4-FFF2-40B4-BE49-F238E27FC236}">
                <a16:creationId xmlns:a16="http://schemas.microsoft.com/office/drawing/2014/main" id="{79115560-FF58-470A-8841-F492F1AFE82D}"/>
              </a:ext>
            </a:extLst>
          </p:cNvPr>
          <p:cNvSpPr>
            <a:spLocks noGrp="1"/>
          </p:cNvSpPr>
          <p:nvPr/>
        </p:nvSpPr>
        <p:spPr>
          <a:xfrm>
            <a:off x="657225" y="361950"/>
            <a:ext cx="6477000" cy="142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275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4275" b="0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rPr>
              <a:t>말순이</a:t>
            </a:r>
          </a:p>
          <a:p>
            <a:pPr algn="l">
              <a:defRPr sz="4275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4275" b="0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rPr>
              <a:t>성장 프로젝트</a:t>
            </a:r>
          </a:p>
        </p:txBody>
      </p:sp>
      <p:sp>
        <p:nvSpPr>
          <p:cNvPr id="3" name="문구 28">
            <a:extLst>
              <a:ext uri="{FF2B5EF4-FFF2-40B4-BE49-F238E27FC236}">
                <a16:creationId xmlns:a16="http://schemas.microsoft.com/office/drawing/2014/main" id="{D4A94CFD-AEE9-4F34-8D2D-44C2A64B0CD2}"/>
              </a:ext>
            </a:extLst>
          </p:cNvPr>
          <p:cNvSpPr>
            <a:spLocks noGrp="1"/>
          </p:cNvSpPr>
          <p:nvPr/>
        </p:nvSpPr>
        <p:spPr>
          <a:xfrm>
            <a:off x="704850" y="1914525"/>
            <a:ext cx="6334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866232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1950" b="1">
                <a:solidFill>
                  <a:srgbClr val="866232"/>
                </a:solidFill>
                <a:latin typeface="Pretendard"/>
                <a:ea typeface="Pretendard"/>
                <a:cs typeface="Pretendard"/>
              </a:rPr>
              <a:t>육성 · 선택에 따른 능력치 향상</a:t>
            </a:r>
          </a:p>
        </p:txBody>
      </p:sp>
      <p:sp>
        <p:nvSpPr>
          <p:cNvPr id="4" name="문구 29">
            <a:extLst>
              <a:ext uri="{FF2B5EF4-FFF2-40B4-BE49-F238E27FC236}">
                <a16:creationId xmlns:a16="http://schemas.microsoft.com/office/drawing/2014/main" id="{A51EA5D9-93A9-437A-BAD0-585930CE2DE2}"/>
              </a:ext>
            </a:extLst>
          </p:cNvPr>
          <p:cNvSpPr>
            <a:spLocks noGrp="1"/>
          </p:cNvSpPr>
          <p:nvPr/>
        </p:nvSpPr>
        <p:spPr>
          <a:xfrm>
            <a:off x="704850" y="2705100"/>
            <a:ext cx="6057900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2400" b="0" dirty="0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“진 건 </a:t>
            </a:r>
            <a:r>
              <a:rPr sz="2400" b="0" dirty="0" err="1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괜찮습니다</a:t>
            </a:r>
            <a:r>
              <a:rPr sz="2400" b="0" dirty="0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</a:p>
          <a:p>
            <a:pPr algn="l">
              <a:defRPr sz="2400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lang="ko-KR" altLang="en-US" sz="2400" b="0" dirty="0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다음에 이기면 되니까요</a:t>
            </a:r>
            <a:r>
              <a:rPr sz="2400" b="0" dirty="0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.”</a:t>
            </a:r>
          </a:p>
        </p:txBody>
      </p:sp>
      <p:sp>
        <p:nvSpPr>
          <p:cNvPr id="5" name="문구 30">
            <a:extLst>
              <a:ext uri="{FF2B5EF4-FFF2-40B4-BE49-F238E27FC236}">
                <a16:creationId xmlns:a16="http://schemas.microsoft.com/office/drawing/2014/main" id="{7CF57FF7-D905-4F4E-A746-5676377466F8}"/>
              </a:ext>
            </a:extLst>
          </p:cNvPr>
          <p:cNvSpPr>
            <a:spLocks noGrp="1"/>
          </p:cNvSpPr>
          <p:nvPr/>
        </p:nvSpPr>
        <p:spPr>
          <a:xfrm>
            <a:off x="714375" y="4048125"/>
            <a:ext cx="6105525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483826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전략적 선택을 통한 능력치 향상</a:t>
            </a:r>
            <a:endParaRPr lang="en-US" altLang="ko-KR" sz="2100" b="0" dirty="0">
              <a:solidFill>
                <a:srgbClr val="483826"/>
              </a:solidFill>
              <a:latin typeface="Pretendard"/>
              <a:ea typeface="Pretendard"/>
              <a:cs typeface="Pretendard"/>
            </a:endParaRPr>
          </a:p>
          <a:p>
            <a:pPr algn="l">
              <a:defRPr sz="2100">
                <a:solidFill>
                  <a:srgbClr val="483826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상호작용을 통한 육성 재미 창출</a:t>
            </a:r>
            <a:endParaRPr lang="en-US" altLang="ko-KR" sz="2100" b="0" dirty="0">
              <a:solidFill>
                <a:srgbClr val="4838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사진 액자 — 이 테두리 안에 사진 삽입">
            <a:extLst>
              <a:ext uri="{FF2B5EF4-FFF2-40B4-BE49-F238E27FC236}">
                <a16:creationId xmlns:a16="http://schemas.microsoft.com/office/drawing/2014/main" id="{8964AAED-37BA-42A2-9B9D-7F3023258D32}"/>
              </a:ext>
            </a:extLst>
          </p:cNvPr>
          <p:cNvSpPr>
            <a:spLocks noGrp="1"/>
          </p:cNvSpPr>
          <p:nvPr/>
        </p:nvSpPr>
        <p:spPr>
          <a:xfrm>
            <a:off x="7088868" y="1190625"/>
            <a:ext cx="4455433" cy="2590800"/>
          </a:xfrm>
          <a:prstGeom prst="rect">
            <a:avLst/>
          </a:prstGeom>
          <a:noFill/>
          <a:ln w="15240">
            <a:solidFill>
              <a:srgbClr val="947742">
                <a:alpha val="6500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6장 사진">
            <a:extLst>
              <a:ext uri="{FF2B5EF4-FFF2-40B4-BE49-F238E27FC236}">
                <a16:creationId xmlns:a16="http://schemas.microsoft.com/office/drawing/2014/main" id="{48ED40FB-7234-EBD4-5550-5523709521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117" y="1285875"/>
            <a:ext cx="4264933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76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문구 32">
            <a:extLst>
              <a:ext uri="{FF2B5EF4-FFF2-40B4-BE49-F238E27FC236}">
                <a16:creationId xmlns:a16="http://schemas.microsoft.com/office/drawing/2014/main" id="{FAF92829-9E7F-4890-BC32-42AEAE572734}"/>
              </a:ext>
            </a:extLst>
          </p:cNvPr>
          <p:cNvSpPr>
            <a:spLocks noGrp="1"/>
          </p:cNvSpPr>
          <p:nvPr/>
        </p:nvSpPr>
        <p:spPr>
          <a:xfrm>
            <a:off x="657225" y="361950"/>
            <a:ext cx="6477000" cy="142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75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3375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실력은 키우는 중이고,</a:t>
            </a:r>
          </a:p>
          <a:p>
            <a:pPr algn="l">
              <a:defRPr sz="3375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3375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멋은 지금 낼 수 있습니다</a:t>
            </a:r>
          </a:p>
        </p:txBody>
      </p:sp>
      <p:sp>
        <p:nvSpPr>
          <p:cNvPr id="3" name="문구 33">
            <a:extLst>
              <a:ext uri="{FF2B5EF4-FFF2-40B4-BE49-F238E27FC236}">
                <a16:creationId xmlns:a16="http://schemas.microsoft.com/office/drawing/2014/main" id="{5795BA57-C7EA-4CB0-8487-D7149E2F4EF9}"/>
              </a:ext>
            </a:extLst>
          </p:cNvPr>
          <p:cNvSpPr>
            <a:spLocks noGrp="1"/>
          </p:cNvSpPr>
          <p:nvPr/>
        </p:nvSpPr>
        <p:spPr>
          <a:xfrm>
            <a:off x="704850" y="1914525"/>
            <a:ext cx="6334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DFC481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1950" b="1">
                <a:solidFill>
                  <a:srgbClr val="DFC481"/>
                </a:solidFill>
                <a:latin typeface="Pretendard"/>
                <a:ea typeface="Pretendard"/>
                <a:cs typeface="Pretendard"/>
              </a:rPr>
              <a:t>치장 · 내 말의 개성</a:t>
            </a:r>
          </a:p>
        </p:txBody>
      </p:sp>
      <p:sp>
        <p:nvSpPr>
          <p:cNvPr id="4" name="문구 34">
            <a:extLst>
              <a:ext uri="{FF2B5EF4-FFF2-40B4-BE49-F238E27FC236}">
                <a16:creationId xmlns:a16="http://schemas.microsoft.com/office/drawing/2014/main" id="{E2B79158-320E-46C0-BC70-7CECC9D49CE3}"/>
              </a:ext>
            </a:extLst>
          </p:cNvPr>
          <p:cNvSpPr>
            <a:spLocks noGrp="1"/>
          </p:cNvSpPr>
          <p:nvPr/>
        </p:nvSpPr>
        <p:spPr>
          <a:xfrm>
            <a:off x="704850" y="2705100"/>
            <a:ext cx="6057900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“</a:t>
            </a:r>
            <a:r>
              <a:rPr lang="en-US"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MZ</a:t>
            </a:r>
            <a:r>
              <a:rPr lang="ko-KR" altLang="en-US"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는 타는 말도 다르게 생겼습니다</a:t>
            </a: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.”</a:t>
            </a:r>
          </a:p>
        </p:txBody>
      </p:sp>
      <p:sp>
        <p:nvSpPr>
          <p:cNvPr id="5" name="문구 35">
            <a:extLst>
              <a:ext uri="{FF2B5EF4-FFF2-40B4-BE49-F238E27FC236}">
                <a16:creationId xmlns:a16="http://schemas.microsoft.com/office/drawing/2014/main" id="{711B2C84-1376-44A3-9606-BEAC854119B9}"/>
              </a:ext>
            </a:extLst>
          </p:cNvPr>
          <p:cNvSpPr>
            <a:spLocks noGrp="1"/>
          </p:cNvSpPr>
          <p:nvPr/>
        </p:nvSpPr>
        <p:spPr>
          <a:xfrm>
            <a:off x="714375" y="4048125"/>
            <a:ext cx="6105525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D3DFCA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>
                <a:solidFill>
                  <a:srgbClr val="D3DFCA"/>
                </a:solidFill>
                <a:latin typeface="Pretendard"/>
                <a:ea typeface="Pretendard"/>
                <a:cs typeface="Pretendard"/>
              </a:rPr>
              <a:t>말 꾸미기 기능을 통한 애착 형성</a:t>
            </a:r>
            <a:endParaRPr lang="en-US" altLang="ko-KR" sz="2100" b="0" dirty="0">
              <a:solidFill>
                <a:srgbClr val="D3DFCA"/>
              </a:solidFill>
              <a:latin typeface="Pretendard"/>
              <a:ea typeface="Pretendard"/>
              <a:cs typeface="Pretendard"/>
            </a:endParaRPr>
          </a:p>
          <a:p>
            <a:pPr algn="l">
              <a:defRPr sz="2100">
                <a:solidFill>
                  <a:srgbClr val="D3DFCA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>
                <a:solidFill>
                  <a:srgbClr val="D3DFCA"/>
                </a:solidFill>
                <a:latin typeface="Pretendard"/>
                <a:ea typeface="Pretendard"/>
                <a:cs typeface="Pretendard"/>
              </a:rPr>
              <a:t>나만의 말을 꾸미는 재미 제공</a:t>
            </a:r>
            <a:endParaRPr sz="2100" b="0" dirty="0">
              <a:solidFill>
                <a:srgbClr val="D3DFC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사진 액자 — 이 테두리 안에 사진 삽입">
            <a:extLst>
              <a:ext uri="{FF2B5EF4-FFF2-40B4-BE49-F238E27FC236}">
                <a16:creationId xmlns:a16="http://schemas.microsoft.com/office/drawing/2014/main" id="{A5AD2FDF-D045-4BC3-99DD-280BF65A9D99}"/>
              </a:ext>
            </a:extLst>
          </p:cNvPr>
          <p:cNvSpPr>
            <a:spLocks noGrp="1"/>
          </p:cNvSpPr>
          <p:nvPr/>
        </p:nvSpPr>
        <p:spPr>
          <a:xfrm>
            <a:off x="7088868" y="1190625"/>
            <a:ext cx="4455433" cy="2590800"/>
          </a:xfrm>
          <a:prstGeom prst="rect">
            <a:avLst/>
          </a:prstGeom>
          <a:noFill/>
          <a:ln w="15240">
            <a:solidFill>
              <a:srgbClr val="E7CF92">
                <a:alpha val="6500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7장 사진">
            <a:extLst>
              <a:ext uri="{FF2B5EF4-FFF2-40B4-BE49-F238E27FC236}">
                <a16:creationId xmlns:a16="http://schemas.microsoft.com/office/drawing/2014/main" id="{F1A85EA1-C830-1F09-FDF3-63C8BF4932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117" y="1285875"/>
            <a:ext cx="4264933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80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문구 37">
            <a:extLst>
              <a:ext uri="{FF2B5EF4-FFF2-40B4-BE49-F238E27FC236}">
                <a16:creationId xmlns:a16="http://schemas.microsoft.com/office/drawing/2014/main" id="{139466BC-3E58-46C3-B658-DC62E4A43F87}"/>
              </a:ext>
            </a:extLst>
          </p:cNvPr>
          <p:cNvSpPr>
            <a:spLocks noGrp="1"/>
          </p:cNvSpPr>
          <p:nvPr/>
        </p:nvSpPr>
        <p:spPr>
          <a:xfrm>
            <a:off x="657225" y="361950"/>
            <a:ext cx="6477000" cy="142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275">
                <a:solidFill>
                  <a:srgbClr val="233C2C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lang="ko-KR" altLang="en-US" sz="4275" b="0" dirty="0">
                <a:solidFill>
                  <a:srgbClr val="233C2C"/>
                </a:solidFill>
                <a:latin typeface="Pretendard ExtraBold"/>
                <a:ea typeface="Pretendard ExtraBold"/>
                <a:cs typeface="Pretendard ExtraBold"/>
              </a:rPr>
              <a:t>말도 외로워요</a:t>
            </a:r>
            <a:endParaRPr sz="4275" b="0" dirty="0">
              <a:solidFill>
                <a:srgbClr val="233C2C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3" name="문구 38">
            <a:extLst>
              <a:ext uri="{FF2B5EF4-FFF2-40B4-BE49-F238E27FC236}">
                <a16:creationId xmlns:a16="http://schemas.microsoft.com/office/drawing/2014/main" id="{16AB888F-C6D5-4CA7-B484-1AC8FFD843A2}"/>
              </a:ext>
            </a:extLst>
          </p:cNvPr>
          <p:cNvSpPr>
            <a:spLocks noGrp="1"/>
          </p:cNvSpPr>
          <p:nvPr/>
        </p:nvSpPr>
        <p:spPr>
          <a:xfrm>
            <a:off x="704850" y="1914525"/>
            <a:ext cx="6334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466948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1950" b="1">
                <a:solidFill>
                  <a:srgbClr val="466948"/>
                </a:solidFill>
                <a:latin typeface="Pretendard"/>
                <a:ea typeface="Pretendard"/>
                <a:cs typeface="Pretendard"/>
              </a:rPr>
              <a:t>교배 · 새로운 말을 키우는 재미</a:t>
            </a:r>
          </a:p>
        </p:txBody>
      </p:sp>
      <p:sp>
        <p:nvSpPr>
          <p:cNvPr id="4" name="문구 39">
            <a:extLst>
              <a:ext uri="{FF2B5EF4-FFF2-40B4-BE49-F238E27FC236}">
                <a16:creationId xmlns:a16="http://schemas.microsoft.com/office/drawing/2014/main" id="{FDDA9C8C-D7F9-40AE-94B3-A53E9DDE640B}"/>
              </a:ext>
            </a:extLst>
          </p:cNvPr>
          <p:cNvSpPr>
            <a:spLocks noGrp="1"/>
          </p:cNvSpPr>
          <p:nvPr/>
        </p:nvSpPr>
        <p:spPr>
          <a:xfrm>
            <a:off x="704850" y="2705100"/>
            <a:ext cx="6057900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>
                <a:solidFill>
                  <a:srgbClr val="233C2C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2400" b="0" dirty="0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“</a:t>
            </a:r>
            <a:r>
              <a:rPr lang="ko-KR" altLang="en-US" sz="2400" b="0" dirty="0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나도 없는 애인</a:t>
            </a:r>
            <a:r>
              <a:rPr sz="2400" b="0" dirty="0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,</a:t>
            </a:r>
          </a:p>
          <a:p>
            <a:pPr algn="l">
              <a:defRPr sz="2400">
                <a:solidFill>
                  <a:srgbClr val="233C2C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lang="ko-KR" altLang="en-US" sz="2400" b="0" dirty="0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우리 말이라도 </a:t>
            </a:r>
            <a:r>
              <a:rPr lang="ko-KR" altLang="en-US" sz="2400" b="0" dirty="0" err="1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만들어줘야죠</a:t>
            </a:r>
            <a:r>
              <a:rPr sz="2400" b="0" dirty="0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.”</a:t>
            </a:r>
          </a:p>
        </p:txBody>
      </p:sp>
      <p:sp>
        <p:nvSpPr>
          <p:cNvPr id="5" name="문구 40">
            <a:extLst>
              <a:ext uri="{FF2B5EF4-FFF2-40B4-BE49-F238E27FC236}">
                <a16:creationId xmlns:a16="http://schemas.microsoft.com/office/drawing/2014/main" id="{74526419-2726-404B-8E62-231A342EA750}"/>
              </a:ext>
            </a:extLst>
          </p:cNvPr>
          <p:cNvSpPr>
            <a:spLocks noGrp="1"/>
          </p:cNvSpPr>
          <p:nvPr/>
        </p:nvSpPr>
        <p:spPr>
          <a:xfrm>
            <a:off x="714375" y="4048125"/>
            <a:ext cx="6105525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233C2C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>
                <a:solidFill>
                  <a:srgbClr val="233C2C"/>
                </a:solidFill>
                <a:latin typeface="Pretendard"/>
                <a:ea typeface="Pretendard"/>
                <a:cs typeface="Pretendard"/>
              </a:rPr>
              <a:t>교배를 통한 말의 능력치 계승</a:t>
            </a:r>
            <a:endParaRPr lang="en-US" altLang="ko-KR" sz="2100" b="0" dirty="0">
              <a:solidFill>
                <a:srgbClr val="233C2C"/>
              </a:solidFill>
              <a:latin typeface="Pretendard"/>
              <a:ea typeface="Pretendard"/>
              <a:cs typeface="Pretendard"/>
            </a:endParaRPr>
          </a:p>
          <a:p>
            <a:pPr algn="l">
              <a:defRPr sz="2100">
                <a:solidFill>
                  <a:srgbClr val="233C2C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>
                <a:solidFill>
                  <a:srgbClr val="233C2C"/>
                </a:solidFill>
                <a:latin typeface="Pretendard"/>
                <a:ea typeface="Pretendard"/>
                <a:cs typeface="Pretendard"/>
              </a:rPr>
              <a:t>나만의 독특한 말 생성 </a:t>
            </a:r>
            <a:r>
              <a:rPr lang="en-US" altLang="ko-KR" sz="2100" b="0" dirty="0">
                <a:solidFill>
                  <a:srgbClr val="233C2C"/>
                </a:solidFill>
                <a:latin typeface="Pretendard"/>
                <a:ea typeface="Pretendard"/>
                <a:cs typeface="Pretendard"/>
              </a:rPr>
              <a:t>-&gt; </a:t>
            </a:r>
            <a:r>
              <a:rPr lang="ko-KR" altLang="en-US" sz="2100" b="0" dirty="0">
                <a:solidFill>
                  <a:srgbClr val="233C2C"/>
                </a:solidFill>
                <a:latin typeface="Pretendard"/>
                <a:ea typeface="Pretendard"/>
                <a:cs typeface="Pretendard"/>
              </a:rPr>
              <a:t>전략</a:t>
            </a:r>
            <a:r>
              <a:rPr lang="en-US" altLang="ko-KR" sz="2100" b="0" dirty="0">
                <a:solidFill>
                  <a:srgbClr val="233C2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100" b="0" dirty="0">
                <a:solidFill>
                  <a:srgbClr val="233C2C"/>
                </a:solidFill>
                <a:latin typeface="Pretendard"/>
                <a:ea typeface="Pretendard"/>
                <a:cs typeface="Pretendard"/>
              </a:rPr>
              <a:t>다양화</a:t>
            </a:r>
            <a:endParaRPr lang="en-US" altLang="ko-KR" sz="2100" b="0" dirty="0">
              <a:solidFill>
                <a:srgbClr val="233C2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사진 액자 — 이 테두리 안에 사진 삽입">
            <a:extLst>
              <a:ext uri="{FF2B5EF4-FFF2-40B4-BE49-F238E27FC236}">
                <a16:creationId xmlns:a16="http://schemas.microsoft.com/office/drawing/2014/main" id="{252947F3-FD1A-410C-AB10-9BDEB2BB68A7}"/>
              </a:ext>
            </a:extLst>
          </p:cNvPr>
          <p:cNvSpPr>
            <a:spLocks noGrp="1"/>
          </p:cNvSpPr>
          <p:nvPr/>
        </p:nvSpPr>
        <p:spPr>
          <a:xfrm>
            <a:off x="7088868" y="1190625"/>
            <a:ext cx="4455433" cy="2590800"/>
          </a:xfrm>
          <a:prstGeom prst="rect">
            <a:avLst/>
          </a:prstGeom>
          <a:noFill/>
          <a:ln w="15240">
            <a:solidFill>
              <a:srgbClr val="947742">
                <a:alpha val="6500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8장 사진">
            <a:extLst>
              <a:ext uri="{FF2B5EF4-FFF2-40B4-BE49-F238E27FC236}">
                <a16:creationId xmlns:a16="http://schemas.microsoft.com/office/drawing/2014/main" id="{7BB1E8A0-50C2-971A-3241-71E043F62D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117" y="1285875"/>
            <a:ext cx="4264933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934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문구 42">
            <a:extLst>
              <a:ext uri="{FF2B5EF4-FFF2-40B4-BE49-F238E27FC236}">
                <a16:creationId xmlns:a16="http://schemas.microsoft.com/office/drawing/2014/main" id="{1023AD8B-ED83-498F-89B1-1201EB8621F0}"/>
              </a:ext>
            </a:extLst>
          </p:cNvPr>
          <p:cNvSpPr>
            <a:spLocks noGrp="1"/>
          </p:cNvSpPr>
          <p:nvPr/>
        </p:nvSpPr>
        <p:spPr>
          <a:xfrm>
            <a:off x="657225" y="361950"/>
            <a:ext cx="6477000" cy="142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275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4275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이번에는</a:t>
            </a:r>
          </a:p>
          <a:p>
            <a:pPr algn="l">
              <a:defRPr sz="4275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4275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내가 제대로 탑니다</a:t>
            </a:r>
          </a:p>
        </p:txBody>
      </p:sp>
      <p:sp>
        <p:nvSpPr>
          <p:cNvPr id="3" name="문구 43">
            <a:extLst>
              <a:ext uri="{FF2B5EF4-FFF2-40B4-BE49-F238E27FC236}">
                <a16:creationId xmlns:a16="http://schemas.microsoft.com/office/drawing/2014/main" id="{70325C25-620C-489E-AE76-722E1CFD6EE5}"/>
              </a:ext>
            </a:extLst>
          </p:cNvPr>
          <p:cNvSpPr>
            <a:spLocks noGrp="1"/>
          </p:cNvSpPr>
          <p:nvPr/>
        </p:nvSpPr>
        <p:spPr>
          <a:xfrm>
            <a:off x="704850" y="1914525"/>
            <a:ext cx="6334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1950" b="1">
                <a:solidFill>
                  <a:srgbClr val="F0C47C"/>
                </a:solidFill>
                <a:latin typeface="Pretendard"/>
                <a:ea typeface="Pretendard"/>
                <a:cs typeface="Pretendard"/>
              </a:rPr>
              <a:t>장애물 판단 · 직접 조작해서 극복하기</a:t>
            </a:r>
          </a:p>
        </p:txBody>
      </p:sp>
      <p:sp>
        <p:nvSpPr>
          <p:cNvPr id="4" name="문구 44">
            <a:extLst>
              <a:ext uri="{FF2B5EF4-FFF2-40B4-BE49-F238E27FC236}">
                <a16:creationId xmlns:a16="http://schemas.microsoft.com/office/drawing/2014/main" id="{803A673A-C409-46E0-9D20-82786570A83B}"/>
              </a:ext>
            </a:extLst>
          </p:cNvPr>
          <p:cNvSpPr>
            <a:spLocks noGrp="1"/>
          </p:cNvSpPr>
          <p:nvPr/>
        </p:nvSpPr>
        <p:spPr>
          <a:xfrm>
            <a:off x="704850" y="2705100"/>
            <a:ext cx="6057900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“</a:t>
            </a:r>
            <a:r>
              <a:rPr sz="2400" b="0" dirty="0" err="1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여기다</a:t>
            </a: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  <a:r>
              <a:rPr lang="en-US"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내가 무너졌던 곳</a:t>
            </a: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.”</a:t>
            </a:r>
          </a:p>
        </p:txBody>
      </p:sp>
      <p:sp>
        <p:nvSpPr>
          <p:cNvPr id="5" name="문구 45">
            <a:extLst>
              <a:ext uri="{FF2B5EF4-FFF2-40B4-BE49-F238E27FC236}">
                <a16:creationId xmlns:a16="http://schemas.microsoft.com/office/drawing/2014/main" id="{C0DFD9C0-A8BF-4828-B79F-FFE6436F6516}"/>
              </a:ext>
            </a:extLst>
          </p:cNvPr>
          <p:cNvSpPr>
            <a:spLocks noGrp="1"/>
          </p:cNvSpPr>
          <p:nvPr/>
        </p:nvSpPr>
        <p:spPr>
          <a:xfrm>
            <a:off x="714375" y="4048125"/>
            <a:ext cx="6105525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DBE6CE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DBE6CE"/>
                </a:solidFill>
                <a:latin typeface="Pretendard"/>
                <a:ea typeface="Pretendard"/>
                <a:cs typeface="Pretendard"/>
              </a:rPr>
              <a:t>A  지금 넘는다</a:t>
            </a:r>
          </a:p>
          <a:p>
            <a:pPr algn="l">
              <a:defRPr sz="2100">
                <a:solidFill>
                  <a:srgbClr val="DBE6CE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DBE6CE"/>
                </a:solidFill>
                <a:latin typeface="Pretendard"/>
                <a:ea typeface="Pretendard"/>
                <a:cs typeface="Pretendard"/>
              </a:rPr>
              <a:t>B  조금 더 기다린다</a:t>
            </a:r>
          </a:p>
        </p:txBody>
      </p:sp>
      <p:sp>
        <p:nvSpPr>
          <p:cNvPr id="6" name="사진 액자 — 이 테두리 안에 사진 삽입">
            <a:extLst>
              <a:ext uri="{FF2B5EF4-FFF2-40B4-BE49-F238E27FC236}">
                <a16:creationId xmlns:a16="http://schemas.microsoft.com/office/drawing/2014/main" id="{FAFC805B-5D7E-48F6-A7CD-7F1DC0B0A5F9}"/>
              </a:ext>
            </a:extLst>
          </p:cNvPr>
          <p:cNvSpPr>
            <a:spLocks noGrp="1"/>
          </p:cNvSpPr>
          <p:nvPr/>
        </p:nvSpPr>
        <p:spPr>
          <a:xfrm>
            <a:off x="7088868" y="1190625"/>
            <a:ext cx="4455433" cy="2590800"/>
          </a:xfrm>
          <a:prstGeom prst="rect">
            <a:avLst/>
          </a:prstGeom>
          <a:noFill/>
          <a:ln w="15240">
            <a:solidFill>
              <a:srgbClr val="E7CF92">
                <a:alpha val="6500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9장 사진">
            <a:extLst>
              <a:ext uri="{FF2B5EF4-FFF2-40B4-BE49-F238E27FC236}">
                <a16:creationId xmlns:a16="http://schemas.microsoft.com/office/drawing/2014/main" id="{E2232223-B614-4467-60E3-B1EA0C1016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117" y="1285875"/>
            <a:ext cx="4264933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04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문구 47">
            <a:extLst>
              <a:ext uri="{FF2B5EF4-FFF2-40B4-BE49-F238E27FC236}">
                <a16:creationId xmlns:a16="http://schemas.microsoft.com/office/drawing/2014/main" id="{2C08C74C-0096-4EB3-BF6F-D45EDBEB1961}"/>
              </a:ext>
            </a:extLst>
          </p:cNvPr>
          <p:cNvSpPr>
            <a:spLocks noGrp="1"/>
          </p:cNvSpPr>
          <p:nvPr/>
        </p:nvSpPr>
        <p:spPr>
          <a:xfrm>
            <a:off x="657225" y="361950"/>
            <a:ext cx="6477000" cy="142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275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4275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이제 누구랑 탈까요?</a:t>
            </a:r>
          </a:p>
        </p:txBody>
      </p:sp>
      <p:sp>
        <p:nvSpPr>
          <p:cNvPr id="3" name="문구 48">
            <a:extLst>
              <a:ext uri="{FF2B5EF4-FFF2-40B4-BE49-F238E27FC236}">
                <a16:creationId xmlns:a16="http://schemas.microsoft.com/office/drawing/2014/main" id="{6E3642FC-0118-4B61-886E-B6C3EF17E0B0}"/>
              </a:ext>
            </a:extLst>
          </p:cNvPr>
          <p:cNvSpPr>
            <a:spLocks noGrp="1"/>
          </p:cNvSpPr>
          <p:nvPr/>
        </p:nvSpPr>
        <p:spPr>
          <a:xfrm>
            <a:off x="704850" y="1914525"/>
            <a:ext cx="6334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DFC481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1950" b="1" dirty="0" err="1">
                <a:solidFill>
                  <a:srgbClr val="DFC481"/>
                </a:solidFill>
                <a:latin typeface="Pretendard"/>
                <a:ea typeface="Pretendard"/>
                <a:cs typeface="Pretendard"/>
              </a:rPr>
              <a:t>플레이</a:t>
            </a:r>
            <a:r>
              <a:rPr sz="1950" b="1" dirty="0">
                <a:solidFill>
                  <a:srgbClr val="DFC48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1" dirty="0" err="1">
                <a:solidFill>
                  <a:srgbClr val="DFC481"/>
                </a:solidFill>
                <a:latin typeface="Pretendard"/>
                <a:ea typeface="Pretendard"/>
                <a:cs typeface="Pretendard"/>
              </a:rPr>
              <a:t>방식</a:t>
            </a:r>
            <a:r>
              <a:rPr sz="1950" b="1" dirty="0">
                <a:solidFill>
                  <a:srgbClr val="DFC48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1" dirty="0" err="1">
                <a:solidFill>
                  <a:srgbClr val="DFC481"/>
                </a:solidFill>
                <a:latin typeface="Pretendard"/>
                <a:ea typeface="Pretendard"/>
                <a:cs typeface="Pretendard"/>
              </a:rPr>
              <a:t>선택</a:t>
            </a:r>
            <a:endParaRPr sz="1950" b="1" dirty="0">
              <a:solidFill>
                <a:srgbClr val="DFC48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문구 49">
            <a:extLst>
              <a:ext uri="{FF2B5EF4-FFF2-40B4-BE49-F238E27FC236}">
                <a16:creationId xmlns:a16="http://schemas.microsoft.com/office/drawing/2014/main" id="{2335E917-7CD8-469E-BFCE-E86D3286248B}"/>
              </a:ext>
            </a:extLst>
          </p:cNvPr>
          <p:cNvSpPr>
            <a:spLocks noGrp="1"/>
          </p:cNvSpPr>
          <p:nvPr/>
        </p:nvSpPr>
        <p:spPr>
          <a:xfrm>
            <a:off x="704850" y="2705100"/>
            <a:ext cx="6057900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“</a:t>
            </a:r>
            <a:r>
              <a:rPr lang="ko-KR" altLang="en-US"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연습 좀 할까요</a:t>
            </a: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?</a:t>
            </a:r>
          </a:p>
          <a:p>
            <a:pPr algn="l">
              <a:defRPr sz="240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lang="ko-KR" altLang="en-US"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아님 아까 라이벌</a:t>
            </a:r>
            <a:r>
              <a:rPr lang="en-US" altLang="ko-KR"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240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혼내</a:t>
            </a:r>
            <a:r>
              <a:rPr lang="ko-KR" altLang="en-US"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러 갈까요</a:t>
            </a:r>
            <a:r>
              <a:rPr sz="2400" b="0" dirty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?”</a:t>
            </a:r>
          </a:p>
        </p:txBody>
      </p:sp>
      <p:sp>
        <p:nvSpPr>
          <p:cNvPr id="5" name="문구 50">
            <a:extLst>
              <a:ext uri="{FF2B5EF4-FFF2-40B4-BE49-F238E27FC236}">
                <a16:creationId xmlns:a16="http://schemas.microsoft.com/office/drawing/2014/main" id="{63F5CB6F-B45B-4E6E-922C-50B349070921}"/>
              </a:ext>
            </a:extLst>
          </p:cNvPr>
          <p:cNvSpPr>
            <a:spLocks noGrp="1"/>
          </p:cNvSpPr>
          <p:nvPr/>
        </p:nvSpPr>
        <p:spPr>
          <a:xfrm>
            <a:off x="714375" y="4048125"/>
            <a:ext cx="6105525" cy="1085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>
                <a:solidFill>
                  <a:srgbClr val="D3DFCA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025" b="0" dirty="0">
                <a:solidFill>
                  <a:srgbClr val="D3DFCA"/>
                </a:solidFill>
                <a:latin typeface="Pretendard"/>
                <a:ea typeface="Pretendard"/>
                <a:cs typeface="Pretendard"/>
              </a:rPr>
              <a:t>혼자 달릴 수 있는 </a:t>
            </a:r>
            <a:r>
              <a:rPr lang="ko-KR" altLang="en-US" sz="2025" b="0" dirty="0" err="1">
                <a:solidFill>
                  <a:srgbClr val="D3DFCA"/>
                </a:solidFill>
                <a:latin typeface="Pretendard"/>
                <a:ea typeface="Pretendard"/>
                <a:cs typeface="Pretendard"/>
              </a:rPr>
              <a:t>솔로모드</a:t>
            </a:r>
            <a:r>
              <a:rPr lang="ko-KR" altLang="en-US" sz="2025" b="0" dirty="0">
                <a:solidFill>
                  <a:srgbClr val="D3DFC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2025" b="0" dirty="0">
                <a:solidFill>
                  <a:srgbClr val="D3DFCA"/>
                </a:solidFill>
                <a:latin typeface="Pretendard"/>
                <a:ea typeface="Pretendard"/>
                <a:cs typeface="Pretendard"/>
              </a:rPr>
              <a:t>–&gt; </a:t>
            </a:r>
            <a:r>
              <a:rPr lang="ko-KR" altLang="en-US" sz="2025" b="0" dirty="0">
                <a:solidFill>
                  <a:srgbClr val="D3DFCA"/>
                </a:solidFill>
                <a:latin typeface="Pretendard"/>
                <a:ea typeface="Pretendard"/>
                <a:cs typeface="Pretendard"/>
              </a:rPr>
              <a:t>코스 숙달</a:t>
            </a:r>
            <a:endParaRPr lang="en-US" altLang="ko-KR" sz="2025" b="0" dirty="0">
              <a:solidFill>
                <a:srgbClr val="D3DFCA"/>
              </a:solidFill>
              <a:latin typeface="Pretendard"/>
              <a:ea typeface="Pretendard"/>
              <a:cs typeface="Pretendard"/>
            </a:endParaRPr>
          </a:p>
          <a:p>
            <a:pPr algn="l">
              <a:defRPr sz="2025">
                <a:solidFill>
                  <a:srgbClr val="D3DFCA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025" b="0" dirty="0">
                <a:solidFill>
                  <a:srgbClr val="D3DFCA"/>
                </a:solidFill>
                <a:latin typeface="Pretendard"/>
                <a:ea typeface="Pretendard"/>
                <a:cs typeface="Pretendard"/>
              </a:rPr>
              <a:t>컴퓨터와 달리는 </a:t>
            </a:r>
            <a:r>
              <a:rPr lang="en-US" sz="2025" b="0" dirty="0">
                <a:solidFill>
                  <a:srgbClr val="D3DFCA"/>
                </a:solidFill>
                <a:latin typeface="Pretendard"/>
                <a:ea typeface="Pretendard"/>
                <a:cs typeface="Pretendard"/>
              </a:rPr>
              <a:t>AI </a:t>
            </a:r>
            <a:r>
              <a:rPr lang="ko-KR" altLang="en-US" sz="2025" b="0" dirty="0">
                <a:solidFill>
                  <a:srgbClr val="D3DFCA"/>
                </a:solidFill>
                <a:latin typeface="Pretendard"/>
                <a:ea typeface="Pretendard"/>
                <a:cs typeface="Pretendard"/>
              </a:rPr>
              <a:t>모드 </a:t>
            </a:r>
            <a:r>
              <a:rPr lang="en-US" altLang="ko-KR" sz="2025" b="0" dirty="0">
                <a:solidFill>
                  <a:srgbClr val="D3DFCA"/>
                </a:solidFill>
                <a:latin typeface="Pretendard"/>
                <a:ea typeface="Pretendard"/>
                <a:cs typeface="Pretendard"/>
              </a:rPr>
              <a:t>-&gt; </a:t>
            </a:r>
            <a:r>
              <a:rPr lang="ko-KR" altLang="en-US" sz="2025" b="0" dirty="0">
                <a:solidFill>
                  <a:srgbClr val="D3DFCA"/>
                </a:solidFill>
                <a:latin typeface="Pretendard"/>
                <a:ea typeface="Pretendard"/>
                <a:cs typeface="Pretendard"/>
              </a:rPr>
              <a:t>몸싸움 연습</a:t>
            </a:r>
            <a:endParaRPr lang="en-US" altLang="ko-KR" sz="2025" b="0" dirty="0">
              <a:solidFill>
                <a:srgbClr val="D3DFCA"/>
              </a:solidFill>
              <a:latin typeface="Pretendard"/>
              <a:ea typeface="Pretendard"/>
              <a:cs typeface="Pretendard"/>
            </a:endParaRPr>
          </a:p>
          <a:p>
            <a:pPr algn="l">
              <a:defRPr sz="2025">
                <a:solidFill>
                  <a:srgbClr val="D3DFCA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025" b="0" dirty="0">
                <a:solidFill>
                  <a:srgbClr val="D3DFCA"/>
                </a:solidFill>
                <a:latin typeface="Pretendard"/>
                <a:ea typeface="Pretendard"/>
                <a:cs typeface="Pretendard"/>
              </a:rPr>
              <a:t>다른 플레이어와 싸우는 </a:t>
            </a:r>
            <a:r>
              <a:rPr lang="en-US" altLang="ko-KR" sz="2025" b="0" dirty="0">
                <a:solidFill>
                  <a:srgbClr val="D3DFCA"/>
                </a:solidFill>
                <a:latin typeface="Pretendard"/>
                <a:ea typeface="Pretendard"/>
                <a:cs typeface="Pretendard"/>
              </a:rPr>
              <a:t>PVP </a:t>
            </a:r>
            <a:r>
              <a:rPr lang="ko-KR" altLang="en-US" sz="2025" b="0" dirty="0">
                <a:solidFill>
                  <a:srgbClr val="D3DFCA"/>
                </a:solidFill>
                <a:latin typeface="Pretendard"/>
                <a:ea typeface="Pretendard"/>
                <a:cs typeface="Pretendard"/>
              </a:rPr>
              <a:t>모드 </a:t>
            </a:r>
            <a:r>
              <a:rPr lang="en-US" altLang="ko-KR" sz="2025" b="0" dirty="0">
                <a:solidFill>
                  <a:srgbClr val="D3DFCA"/>
                </a:solidFill>
                <a:latin typeface="Pretendard"/>
                <a:ea typeface="Pretendard"/>
                <a:cs typeface="Pretendard"/>
              </a:rPr>
              <a:t>-&gt; </a:t>
            </a:r>
            <a:r>
              <a:rPr lang="ko-KR" altLang="en-US" sz="2025" b="0" dirty="0">
                <a:solidFill>
                  <a:srgbClr val="D3DFCA"/>
                </a:solidFill>
                <a:latin typeface="Pretendard"/>
                <a:ea typeface="Pretendard"/>
                <a:cs typeface="Pretendard"/>
              </a:rPr>
              <a:t>실전 레이싱</a:t>
            </a:r>
            <a:endParaRPr sz="2025" b="0" dirty="0">
              <a:solidFill>
                <a:srgbClr val="D3DFC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사진 액자 — 이 테두리 안에 사진 삽입">
            <a:extLst>
              <a:ext uri="{FF2B5EF4-FFF2-40B4-BE49-F238E27FC236}">
                <a16:creationId xmlns:a16="http://schemas.microsoft.com/office/drawing/2014/main" id="{E18A0D1C-5A59-49CF-A810-D866ABCB08AD}"/>
              </a:ext>
            </a:extLst>
          </p:cNvPr>
          <p:cNvSpPr>
            <a:spLocks noGrp="1"/>
          </p:cNvSpPr>
          <p:nvPr/>
        </p:nvSpPr>
        <p:spPr>
          <a:xfrm>
            <a:off x="7088868" y="1190625"/>
            <a:ext cx="4455433" cy="2590800"/>
          </a:xfrm>
          <a:prstGeom prst="rect">
            <a:avLst/>
          </a:prstGeom>
          <a:noFill/>
          <a:ln w="15240">
            <a:solidFill>
              <a:srgbClr val="E7CF92">
                <a:alpha val="6500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10장 사진">
            <a:extLst>
              <a:ext uri="{FF2B5EF4-FFF2-40B4-BE49-F238E27FC236}">
                <a16:creationId xmlns:a16="http://schemas.microsoft.com/office/drawing/2014/main" id="{6B5860DA-1ABE-F32B-411E-1229271E45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117" y="1285875"/>
            <a:ext cx="4264933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497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문구 52">
            <a:extLst>
              <a:ext uri="{FF2B5EF4-FFF2-40B4-BE49-F238E27FC236}">
                <a16:creationId xmlns:a16="http://schemas.microsoft.com/office/drawing/2014/main" id="{7E760D17-8F58-49AF-A363-85A44C5345A6}"/>
              </a:ext>
            </a:extLst>
          </p:cNvPr>
          <p:cNvSpPr>
            <a:spLocks noGrp="1"/>
          </p:cNvSpPr>
          <p:nvPr/>
        </p:nvSpPr>
        <p:spPr>
          <a:xfrm>
            <a:off x="657225" y="361950"/>
            <a:ext cx="6477000" cy="142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275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4275" b="0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rPr>
              <a:t>나갔다가 돌아올</a:t>
            </a:r>
          </a:p>
          <a:p>
            <a:pPr algn="l">
              <a:defRPr sz="4275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4275" b="0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rPr>
              <a:t>이유가 있습니다</a:t>
            </a:r>
          </a:p>
        </p:txBody>
      </p:sp>
      <p:sp>
        <p:nvSpPr>
          <p:cNvPr id="3" name="문구 53">
            <a:extLst>
              <a:ext uri="{FF2B5EF4-FFF2-40B4-BE49-F238E27FC236}">
                <a16:creationId xmlns:a16="http://schemas.microsoft.com/office/drawing/2014/main" id="{B3B43F58-D951-4234-80B2-431B0CD16B73}"/>
              </a:ext>
            </a:extLst>
          </p:cNvPr>
          <p:cNvSpPr>
            <a:spLocks noGrp="1"/>
          </p:cNvSpPr>
          <p:nvPr/>
        </p:nvSpPr>
        <p:spPr>
          <a:xfrm>
            <a:off x="704850" y="1914525"/>
            <a:ext cx="6334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866232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1950" b="1">
                <a:solidFill>
                  <a:srgbClr val="866232"/>
                </a:solidFill>
                <a:latin typeface="Pretendard"/>
                <a:ea typeface="Pretendard"/>
                <a:cs typeface="Pretendard"/>
              </a:rPr>
              <a:t>순위 보상 · 마을과 승마의 연결</a:t>
            </a:r>
          </a:p>
        </p:txBody>
      </p:sp>
      <p:sp>
        <p:nvSpPr>
          <p:cNvPr id="4" name="문구 54">
            <a:extLst>
              <a:ext uri="{FF2B5EF4-FFF2-40B4-BE49-F238E27FC236}">
                <a16:creationId xmlns:a16="http://schemas.microsoft.com/office/drawing/2014/main" id="{8377D1C8-49BD-4846-9371-428F7C50AB9F}"/>
              </a:ext>
            </a:extLst>
          </p:cNvPr>
          <p:cNvSpPr>
            <a:spLocks noGrp="1"/>
          </p:cNvSpPr>
          <p:nvPr/>
        </p:nvSpPr>
        <p:spPr>
          <a:xfrm>
            <a:off x="704850" y="2705100"/>
            <a:ext cx="6057900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2400" b="0" dirty="0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“</a:t>
            </a:r>
            <a:r>
              <a:rPr lang="ko-KR" altLang="en-US" sz="2400" b="0" dirty="0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우승해서 돈 벌었다</a:t>
            </a:r>
            <a:r>
              <a:rPr sz="2400" b="0" dirty="0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,</a:t>
            </a:r>
          </a:p>
          <a:p>
            <a:pPr algn="l">
              <a:defRPr sz="2400">
                <a:solidFill>
                  <a:srgbClr val="483826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lang="ko-KR" altLang="en-US" sz="2400" b="0" dirty="0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말순아 명품 </a:t>
            </a:r>
            <a:r>
              <a:rPr lang="ko-KR" altLang="en-US" sz="2400" b="0" dirty="0" err="1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사줄게</a:t>
            </a:r>
            <a:r>
              <a:rPr sz="2400" b="0" dirty="0">
                <a:solidFill>
                  <a:srgbClr val="483826"/>
                </a:solidFill>
                <a:latin typeface="Pretendard SemiBold"/>
                <a:ea typeface="Pretendard SemiBold"/>
                <a:cs typeface="Pretendard SemiBold"/>
              </a:rPr>
              <a:t>.”</a:t>
            </a:r>
          </a:p>
        </p:txBody>
      </p:sp>
      <p:sp>
        <p:nvSpPr>
          <p:cNvPr id="5" name="문구 55">
            <a:extLst>
              <a:ext uri="{FF2B5EF4-FFF2-40B4-BE49-F238E27FC236}">
                <a16:creationId xmlns:a16="http://schemas.microsoft.com/office/drawing/2014/main" id="{83D62343-4E4A-40A3-B09A-0DE6D424F622}"/>
              </a:ext>
            </a:extLst>
          </p:cNvPr>
          <p:cNvSpPr>
            <a:spLocks noGrp="1"/>
          </p:cNvSpPr>
          <p:nvPr/>
        </p:nvSpPr>
        <p:spPr>
          <a:xfrm>
            <a:off x="714375" y="4048125"/>
            <a:ext cx="6105525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483826"/>
                </a:solidFill>
                <a:latin typeface="Pretendard"/>
                <a:ea typeface="Pretendard"/>
                <a:cs typeface="Pretendard"/>
              </a:defRPr>
            </a:pPr>
            <a:r>
              <a:rPr sz="2100" b="0" dirty="0" err="1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대회</a:t>
            </a:r>
            <a:r>
              <a:rPr sz="2100" b="0" dirty="0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100" b="0" dirty="0" err="1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결과에</a:t>
            </a:r>
            <a:r>
              <a:rPr sz="2100" b="0" dirty="0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100" b="0" dirty="0" err="1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따른</a:t>
            </a:r>
            <a:r>
              <a:rPr sz="2100" b="0" dirty="0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100" b="0" dirty="0" err="1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보상</a:t>
            </a:r>
            <a:endParaRPr sz="2100" b="0" dirty="0">
              <a:solidFill>
                <a:srgbClr val="483826"/>
              </a:solidFill>
              <a:latin typeface="Pretendard"/>
              <a:ea typeface="Pretendard"/>
              <a:cs typeface="Pretendard"/>
            </a:endParaRPr>
          </a:p>
          <a:p>
            <a:pPr algn="l">
              <a:defRPr sz="2100">
                <a:solidFill>
                  <a:srgbClr val="483826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보상을 활용한 육성 및 치장</a:t>
            </a:r>
            <a:endParaRPr lang="en-US" altLang="ko-KR" sz="2100" b="0" dirty="0">
              <a:solidFill>
                <a:srgbClr val="483826"/>
              </a:solidFill>
              <a:latin typeface="Pretendard"/>
              <a:ea typeface="Pretendard"/>
              <a:cs typeface="Pretendard"/>
            </a:endParaRPr>
          </a:p>
          <a:p>
            <a:pPr algn="l">
              <a:defRPr sz="2100">
                <a:solidFill>
                  <a:srgbClr val="483826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00" b="0" dirty="0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레이싱 </a:t>
            </a:r>
            <a:r>
              <a:rPr lang="en-US" altLang="ko-KR" sz="2100" b="0" dirty="0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&lt;-&gt; </a:t>
            </a:r>
            <a:r>
              <a:rPr lang="ko-KR" altLang="en-US" sz="2100" b="0" dirty="0">
                <a:solidFill>
                  <a:srgbClr val="483826"/>
                </a:solidFill>
                <a:latin typeface="Pretendard"/>
                <a:ea typeface="Pretendard"/>
                <a:cs typeface="Pretendard"/>
              </a:rPr>
              <a:t>마을 반복 목표 제시</a:t>
            </a:r>
            <a:endParaRPr sz="2100" b="0" dirty="0">
              <a:solidFill>
                <a:srgbClr val="4838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사진 액자 — 이 테두리 안에 사진 삽입">
            <a:extLst>
              <a:ext uri="{FF2B5EF4-FFF2-40B4-BE49-F238E27FC236}">
                <a16:creationId xmlns:a16="http://schemas.microsoft.com/office/drawing/2014/main" id="{7EE9311F-803F-4878-8CD3-D2B61C14EDE3}"/>
              </a:ext>
            </a:extLst>
          </p:cNvPr>
          <p:cNvSpPr>
            <a:spLocks noGrp="1"/>
          </p:cNvSpPr>
          <p:nvPr/>
        </p:nvSpPr>
        <p:spPr>
          <a:xfrm>
            <a:off x="7088868" y="1190625"/>
            <a:ext cx="4455433" cy="2590800"/>
          </a:xfrm>
          <a:prstGeom prst="rect">
            <a:avLst/>
          </a:prstGeom>
          <a:noFill/>
          <a:ln w="15240">
            <a:solidFill>
              <a:srgbClr val="947742">
                <a:alpha val="6500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11장 사진">
            <a:extLst>
              <a:ext uri="{FF2B5EF4-FFF2-40B4-BE49-F238E27FC236}">
                <a16:creationId xmlns:a16="http://schemas.microsoft.com/office/drawing/2014/main" id="{A4797624-6FDF-9DAE-056F-03AC9FCDF2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117" y="1285875"/>
            <a:ext cx="4264933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55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문구 57">
            <a:extLst>
              <a:ext uri="{FF2B5EF4-FFF2-40B4-BE49-F238E27FC236}">
                <a16:creationId xmlns:a16="http://schemas.microsoft.com/office/drawing/2014/main" id="{E804E8A8-E089-48EC-8F4A-64664520B90A}"/>
              </a:ext>
            </a:extLst>
          </p:cNvPr>
          <p:cNvSpPr>
            <a:spLocks noGrp="1"/>
          </p:cNvSpPr>
          <p:nvPr/>
        </p:nvSpPr>
        <p:spPr>
          <a:xfrm>
            <a:off x="657225" y="361950"/>
            <a:ext cx="6477000" cy="142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650">
                <a:solidFill>
                  <a:srgbClr val="233C2C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4650" b="0">
                <a:solidFill>
                  <a:srgbClr val="233C2C"/>
                </a:solidFill>
                <a:latin typeface="Pretendard ExtraBold"/>
                <a:ea typeface="Pretendard ExtraBold"/>
                <a:cs typeface="Pretendard ExtraBold"/>
              </a:rPr>
              <a:t>처음엔 그냥 말이었는데</a:t>
            </a:r>
          </a:p>
        </p:txBody>
      </p:sp>
      <p:sp>
        <p:nvSpPr>
          <p:cNvPr id="3" name="문구 58">
            <a:extLst>
              <a:ext uri="{FF2B5EF4-FFF2-40B4-BE49-F238E27FC236}">
                <a16:creationId xmlns:a16="http://schemas.microsoft.com/office/drawing/2014/main" id="{6F6F34D1-786E-4347-803F-5D5B37ACB47D}"/>
              </a:ext>
            </a:extLst>
          </p:cNvPr>
          <p:cNvSpPr>
            <a:spLocks noGrp="1"/>
          </p:cNvSpPr>
          <p:nvPr/>
        </p:nvSpPr>
        <p:spPr>
          <a:xfrm>
            <a:off x="704850" y="1914525"/>
            <a:ext cx="6334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466948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1950" b="1">
                <a:solidFill>
                  <a:srgbClr val="466948"/>
                </a:solidFill>
                <a:latin typeface="Pretendard"/>
                <a:ea typeface="Pretendard"/>
                <a:cs typeface="Pretendard"/>
              </a:rPr>
              <a:t>내 말과 함께 성장하는 승마 게임</a:t>
            </a:r>
          </a:p>
        </p:txBody>
      </p:sp>
      <p:sp>
        <p:nvSpPr>
          <p:cNvPr id="4" name="문구 59">
            <a:extLst>
              <a:ext uri="{FF2B5EF4-FFF2-40B4-BE49-F238E27FC236}">
                <a16:creationId xmlns:a16="http://schemas.microsoft.com/office/drawing/2014/main" id="{0423884D-28B4-4B91-B147-34388835874E}"/>
              </a:ext>
            </a:extLst>
          </p:cNvPr>
          <p:cNvSpPr>
            <a:spLocks noGrp="1"/>
          </p:cNvSpPr>
          <p:nvPr/>
        </p:nvSpPr>
        <p:spPr>
          <a:xfrm>
            <a:off x="704850" y="2705100"/>
            <a:ext cx="6057900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850">
                <a:solidFill>
                  <a:srgbClr val="233C2C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2850" b="0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“이제 말순이가 지면</a:t>
            </a:r>
          </a:p>
          <a:p>
            <a:pPr algn="l">
              <a:defRPr sz="2850">
                <a:solidFill>
                  <a:srgbClr val="233C2C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2850" b="0">
                <a:solidFill>
                  <a:srgbClr val="233C2C"/>
                </a:solidFill>
                <a:latin typeface="Pretendard SemiBold"/>
                <a:ea typeface="Pretendard SemiBold"/>
                <a:cs typeface="Pretendard SemiBold"/>
              </a:rPr>
              <a:t>좀 억울하지 않습니까?”</a:t>
            </a:r>
          </a:p>
        </p:txBody>
      </p:sp>
      <p:sp>
        <p:nvSpPr>
          <p:cNvPr id="5" name="문구 60">
            <a:extLst>
              <a:ext uri="{FF2B5EF4-FFF2-40B4-BE49-F238E27FC236}">
                <a16:creationId xmlns:a16="http://schemas.microsoft.com/office/drawing/2014/main" id="{3D988697-207E-48D2-B0D7-54B630E7F104}"/>
              </a:ext>
            </a:extLst>
          </p:cNvPr>
          <p:cNvSpPr>
            <a:spLocks noGrp="1"/>
          </p:cNvSpPr>
          <p:nvPr/>
        </p:nvSpPr>
        <p:spPr>
          <a:xfrm>
            <a:off x="714375" y="4048125"/>
            <a:ext cx="6105525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233C2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33C2C"/>
                </a:solidFill>
                <a:latin typeface="Pretendard"/>
                <a:ea typeface="Pretendard"/>
                <a:cs typeface="Pretendard"/>
              </a:rPr>
              <a:t>내가 돌보고 꾸민 말을 직접 탄다</a:t>
            </a:r>
          </a:p>
          <a:p>
            <a:pPr algn="l">
              <a:defRPr sz="2100">
                <a:solidFill>
                  <a:srgbClr val="233C2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33C2C"/>
                </a:solidFill>
                <a:latin typeface="Pretendard"/>
                <a:ea typeface="Pretendard"/>
                <a:cs typeface="Pretendard"/>
              </a:rPr>
              <a:t>말의 성장과 내 실력이 함께 재미를 만든다</a:t>
            </a:r>
          </a:p>
        </p:txBody>
      </p:sp>
      <p:sp>
        <p:nvSpPr>
          <p:cNvPr id="6" name="사진 액자 — 이 테두리 안에 사진 삽입">
            <a:extLst>
              <a:ext uri="{FF2B5EF4-FFF2-40B4-BE49-F238E27FC236}">
                <a16:creationId xmlns:a16="http://schemas.microsoft.com/office/drawing/2014/main" id="{8E95AEE0-AF5F-48AB-82B4-E3043FFAC559}"/>
              </a:ext>
            </a:extLst>
          </p:cNvPr>
          <p:cNvSpPr>
            <a:spLocks noGrp="1"/>
          </p:cNvSpPr>
          <p:nvPr/>
        </p:nvSpPr>
        <p:spPr>
          <a:xfrm>
            <a:off x="7088868" y="1190625"/>
            <a:ext cx="4455433" cy="2590800"/>
          </a:xfrm>
          <a:prstGeom prst="rect">
            <a:avLst/>
          </a:prstGeom>
          <a:noFill/>
          <a:ln w="15240">
            <a:solidFill>
              <a:srgbClr val="947742">
                <a:alpha val="6500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문구 61">
            <a:extLst>
              <a:ext uri="{FF2B5EF4-FFF2-40B4-BE49-F238E27FC236}">
                <a16:creationId xmlns:a16="http://schemas.microsoft.com/office/drawing/2014/main" id="{37217BBC-C693-439C-B0B6-29C434F68583}"/>
              </a:ext>
            </a:extLst>
          </p:cNvPr>
          <p:cNvSpPr>
            <a:spLocks noGrp="1"/>
          </p:cNvSpPr>
          <p:nvPr/>
        </p:nvSpPr>
        <p:spPr>
          <a:xfrm>
            <a:off x="714375" y="5057774"/>
            <a:ext cx="1524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>
                <a:solidFill>
                  <a:srgbClr val="233C2C"/>
                </a:solidFill>
                <a:latin typeface="Pretendard ExtraBold"/>
                <a:ea typeface="Pretendard ExtraBold"/>
                <a:cs typeface="Pretendard ExtraBold"/>
              </a:defRPr>
            </a:pPr>
            <a:r>
              <a:rPr sz="1800" b="1">
                <a:solidFill>
                  <a:srgbClr val="233C2C"/>
                </a:solidFill>
                <a:latin typeface="Pretendard"/>
                <a:ea typeface="Pretendard"/>
                <a:cs typeface="Pretendard"/>
              </a:rPr>
              <a:t>감사합니다</a:t>
            </a:r>
          </a:p>
        </p:txBody>
      </p:sp>
      <p:pic>
        <p:nvPicPr>
          <p:cNvPr id="17" name="12장 사진">
            <a:extLst>
              <a:ext uri="{FF2B5EF4-FFF2-40B4-BE49-F238E27FC236}">
                <a16:creationId xmlns:a16="http://schemas.microsoft.com/office/drawing/2014/main" id="{1A2FFDB4-1D39-74BE-0A2D-9C322C8EA6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117" y="1285875"/>
            <a:ext cx="4264933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3517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3139</Words>
  <Application>Microsoft Office PowerPoint</Application>
  <DocSecurity>0</DocSecurity>
  <PresentationFormat>와이드스크린</PresentationFormat>
  <Paragraphs>301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Pretendard ExtraBold</vt:lpstr>
      <vt:lpstr>Pretendard</vt:lpstr>
      <vt:lpstr>Calibri</vt:lpstr>
      <vt:lpstr>Pretendard SemiBold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김경준(2022184005)</cp:lastModifiedBy>
  <cp:revision>24</cp:revision>
  <dcterms:created xsi:type="dcterms:W3CDTF">2026-10-06T10:25:29Z</dcterms:created>
  <dcterms:modified xsi:type="dcterms:W3CDTF">2026-10-12T04:59:19Z</dcterms:modified>
</cp:coreProperties>
</file>